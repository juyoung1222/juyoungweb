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65" r:id="rId3"/>
    <p:sldId id="266" r:id="rId4"/>
    <p:sldId id="256" r:id="rId5"/>
    <p:sldId id="257" r:id="rId6"/>
    <p:sldId id="259" r:id="rId7"/>
    <p:sldId id="260" r:id="rId8"/>
    <p:sldId id="262" r:id="rId9"/>
    <p:sldId id="263" r:id="rId10"/>
    <p:sldId id="264" r:id="rId11"/>
  </p:sldIdLst>
  <p:sldSz cx="9144000" cy="6858000" type="screen4x3"/>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90" d="100"/>
          <a:sy n="90" d="100"/>
        </p:scale>
        <p:origin x="-1234" y="101"/>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685800" y="2130425"/>
            <a:ext cx="7772400" cy="1470025"/>
          </a:xfrm>
        </p:spPr>
        <p:txBody>
          <a:bodyPr/>
          <a:lstStyle/>
          <a:p>
            <a:r>
              <a:rPr lang="ko-KR" altLang="en-US"/>
              <a:t>마스터 제목 스타일 편집</a:t>
            </a:r>
          </a:p>
        </p:txBody>
      </p:sp>
      <p:sp>
        <p:nvSpPr>
          <p:cNvPr id="3" name="부제목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a:t>마스터 부제목 스타일 편집</a:t>
            </a:r>
          </a:p>
        </p:txBody>
      </p:sp>
      <p:sp>
        <p:nvSpPr>
          <p:cNvPr id="4" name="날짜 개체 틀 3"/>
          <p:cNvSpPr>
            <a:spLocks noGrp="1"/>
          </p:cNvSpPr>
          <p:nvPr>
            <p:ph type="dt" sz="half" idx="10"/>
          </p:nvPr>
        </p:nvSpPr>
        <p:spPr/>
        <p:txBody>
          <a:bodyPr/>
          <a:lstStyle/>
          <a:p>
            <a:fld id="{DD4C31D1-A728-4E88-95C9-C58095C12072}" type="datetimeFigureOut">
              <a:rPr lang="ko-KR" altLang="en-US" smtClean="0"/>
              <a:t>2020-05-07</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E7ECB720-2AD6-45DA-8E0F-1B0D493A91A5}" type="slidenum">
              <a:rPr lang="ko-KR" altLang="en-US" smtClean="0"/>
              <a:t>‹#›</a:t>
            </a:fld>
            <a:endParaRPr lang="ko-KR" altLang="en-US"/>
          </a:p>
        </p:txBody>
      </p:sp>
    </p:spTree>
    <p:extLst>
      <p:ext uri="{BB962C8B-B14F-4D97-AF65-F5344CB8AC3E}">
        <p14:creationId xmlns:p14="http://schemas.microsoft.com/office/powerpoint/2010/main" val="41295691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DD4C31D1-A728-4E88-95C9-C58095C12072}" type="datetimeFigureOut">
              <a:rPr lang="ko-KR" altLang="en-US" smtClean="0"/>
              <a:t>2020-05-07</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E7ECB720-2AD6-45DA-8E0F-1B0D493A91A5}" type="slidenum">
              <a:rPr lang="ko-KR" altLang="en-US" smtClean="0"/>
              <a:t>‹#›</a:t>
            </a:fld>
            <a:endParaRPr lang="ko-KR" altLang="en-US"/>
          </a:p>
        </p:txBody>
      </p:sp>
    </p:spTree>
    <p:extLst>
      <p:ext uri="{BB962C8B-B14F-4D97-AF65-F5344CB8AC3E}">
        <p14:creationId xmlns:p14="http://schemas.microsoft.com/office/powerpoint/2010/main" val="19543336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722313" y="4406900"/>
            <a:ext cx="7772400" cy="1362075"/>
          </a:xfrm>
        </p:spPr>
        <p:txBody>
          <a:bodyPr anchor="t"/>
          <a:lstStyle>
            <a:lvl1pPr algn="l">
              <a:defRPr sz="4000" b="1" cap="all"/>
            </a:lvl1pPr>
          </a:lstStyle>
          <a:p>
            <a:r>
              <a:rPr lang="ko-KR" altLang="en-US"/>
              <a:t>마스터 제목 스타일 편집</a:t>
            </a:r>
          </a:p>
        </p:txBody>
      </p:sp>
      <p:sp>
        <p:nvSpPr>
          <p:cNvPr id="3" name="텍스트 개체 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ko-KR" altLang="en-US"/>
              <a:t>마스터 텍스트 스타일을 편집합니다</a:t>
            </a:r>
          </a:p>
        </p:txBody>
      </p:sp>
      <p:sp>
        <p:nvSpPr>
          <p:cNvPr id="4" name="날짜 개체 틀 3"/>
          <p:cNvSpPr>
            <a:spLocks noGrp="1"/>
          </p:cNvSpPr>
          <p:nvPr>
            <p:ph type="dt" sz="half" idx="10"/>
          </p:nvPr>
        </p:nvSpPr>
        <p:spPr/>
        <p:txBody>
          <a:bodyPr/>
          <a:lstStyle/>
          <a:p>
            <a:fld id="{DD4C31D1-A728-4E88-95C9-C58095C12072}" type="datetimeFigureOut">
              <a:rPr lang="ko-KR" altLang="en-US" smtClean="0"/>
              <a:t>2020-05-07</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E7ECB720-2AD6-45DA-8E0F-1B0D493A91A5}" type="slidenum">
              <a:rPr lang="ko-KR" altLang="en-US" smtClean="0"/>
              <a:t>‹#›</a:t>
            </a:fld>
            <a:endParaRPr lang="ko-KR" altLang="en-US"/>
          </a:p>
        </p:txBody>
      </p:sp>
    </p:spTree>
    <p:extLst>
      <p:ext uri="{BB962C8B-B14F-4D97-AF65-F5344CB8AC3E}">
        <p14:creationId xmlns:p14="http://schemas.microsoft.com/office/powerpoint/2010/main" val="13688041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p:cNvSpPr>
            <a:spLocks noGrp="1"/>
          </p:cNvSpPr>
          <p:nvPr>
            <p:ph type="dt" sz="half" idx="10"/>
          </p:nvPr>
        </p:nvSpPr>
        <p:spPr/>
        <p:txBody>
          <a:bodyPr/>
          <a:lstStyle/>
          <a:p>
            <a:fld id="{DD4C31D1-A728-4E88-95C9-C58095C12072}" type="datetimeFigureOut">
              <a:rPr lang="ko-KR" altLang="en-US" smtClean="0"/>
              <a:t>2020-05-07</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E7ECB720-2AD6-45DA-8E0F-1B0D493A91A5}" type="slidenum">
              <a:rPr lang="ko-KR" altLang="en-US" smtClean="0"/>
              <a:t>‹#›</a:t>
            </a:fld>
            <a:endParaRPr lang="ko-KR" altLang="en-US"/>
          </a:p>
        </p:txBody>
      </p:sp>
    </p:spTree>
    <p:extLst>
      <p:ext uri="{BB962C8B-B14F-4D97-AF65-F5344CB8AC3E}">
        <p14:creationId xmlns:p14="http://schemas.microsoft.com/office/powerpoint/2010/main" val="32021541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lvl1pPr>
              <a:defRPr/>
            </a:lvl1pPr>
          </a:lstStyle>
          <a:p>
            <a:r>
              <a:rPr lang="ko-KR" altLang="en-US"/>
              <a:t>마스터 제목 스타일 편집</a:t>
            </a:r>
          </a:p>
        </p:txBody>
      </p:sp>
      <p:sp>
        <p:nvSpPr>
          <p:cNvPr id="3" name="텍스트 개체 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4" name="내용 개체 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6" name="내용 개체 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p:cNvSpPr>
            <a:spLocks noGrp="1"/>
          </p:cNvSpPr>
          <p:nvPr>
            <p:ph type="dt" sz="half" idx="10"/>
          </p:nvPr>
        </p:nvSpPr>
        <p:spPr/>
        <p:txBody>
          <a:bodyPr/>
          <a:lstStyle/>
          <a:p>
            <a:fld id="{DD4C31D1-A728-4E88-95C9-C58095C12072}" type="datetimeFigureOut">
              <a:rPr lang="ko-KR" altLang="en-US" smtClean="0"/>
              <a:t>2020-05-07</a:t>
            </a:fld>
            <a:endParaRPr lang="ko-KR" altLang="en-US"/>
          </a:p>
        </p:txBody>
      </p:sp>
      <p:sp>
        <p:nvSpPr>
          <p:cNvPr id="8" name="바닥글 개체 틀 7"/>
          <p:cNvSpPr>
            <a:spLocks noGrp="1"/>
          </p:cNvSpPr>
          <p:nvPr>
            <p:ph type="ftr" sz="quarter" idx="11"/>
          </p:nvPr>
        </p:nvSpPr>
        <p:spPr/>
        <p:txBody>
          <a:bodyPr/>
          <a:lstStyle/>
          <a:p>
            <a:endParaRPr lang="ko-KR" altLang="en-US"/>
          </a:p>
        </p:txBody>
      </p:sp>
      <p:sp>
        <p:nvSpPr>
          <p:cNvPr id="9" name="슬라이드 번호 개체 틀 8"/>
          <p:cNvSpPr>
            <a:spLocks noGrp="1"/>
          </p:cNvSpPr>
          <p:nvPr>
            <p:ph type="sldNum" sz="quarter" idx="12"/>
          </p:nvPr>
        </p:nvSpPr>
        <p:spPr/>
        <p:txBody>
          <a:bodyPr/>
          <a:lstStyle/>
          <a:p>
            <a:fld id="{E7ECB720-2AD6-45DA-8E0F-1B0D493A91A5}" type="slidenum">
              <a:rPr lang="ko-KR" altLang="en-US" smtClean="0"/>
              <a:t>‹#›</a:t>
            </a:fld>
            <a:endParaRPr lang="ko-KR" altLang="en-US"/>
          </a:p>
        </p:txBody>
      </p:sp>
    </p:spTree>
    <p:extLst>
      <p:ext uri="{BB962C8B-B14F-4D97-AF65-F5344CB8AC3E}">
        <p14:creationId xmlns:p14="http://schemas.microsoft.com/office/powerpoint/2010/main" val="16127417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2"/>
          <p:cNvSpPr>
            <a:spLocks noGrp="1"/>
          </p:cNvSpPr>
          <p:nvPr>
            <p:ph type="dt" sz="half" idx="10"/>
          </p:nvPr>
        </p:nvSpPr>
        <p:spPr/>
        <p:txBody>
          <a:bodyPr/>
          <a:lstStyle/>
          <a:p>
            <a:fld id="{DD4C31D1-A728-4E88-95C9-C58095C12072}" type="datetimeFigureOut">
              <a:rPr lang="ko-KR" altLang="en-US" smtClean="0"/>
              <a:t>2020-05-07</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E7ECB720-2AD6-45DA-8E0F-1B0D493A91A5}" type="slidenum">
              <a:rPr lang="ko-KR" altLang="en-US" smtClean="0"/>
              <a:t>‹#›</a:t>
            </a:fld>
            <a:endParaRPr lang="ko-KR" altLang="en-US"/>
          </a:p>
        </p:txBody>
      </p:sp>
    </p:spTree>
    <p:extLst>
      <p:ext uri="{BB962C8B-B14F-4D97-AF65-F5344CB8AC3E}">
        <p14:creationId xmlns:p14="http://schemas.microsoft.com/office/powerpoint/2010/main" val="21092397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DD4C31D1-A728-4E88-95C9-C58095C12072}" type="datetimeFigureOut">
              <a:rPr lang="ko-KR" altLang="en-US" smtClean="0"/>
              <a:t>2020-05-07</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E7ECB720-2AD6-45DA-8E0F-1B0D493A91A5}" type="slidenum">
              <a:rPr lang="ko-KR" altLang="en-US" smtClean="0"/>
              <a:t>‹#›</a:t>
            </a:fld>
            <a:endParaRPr lang="ko-KR" altLang="en-US"/>
          </a:p>
        </p:txBody>
      </p:sp>
    </p:spTree>
    <p:extLst>
      <p:ext uri="{BB962C8B-B14F-4D97-AF65-F5344CB8AC3E}">
        <p14:creationId xmlns:p14="http://schemas.microsoft.com/office/powerpoint/2010/main" val="3405788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457200" y="273050"/>
            <a:ext cx="3008313" cy="1162050"/>
          </a:xfrm>
        </p:spPr>
        <p:txBody>
          <a:bodyPr anchor="b"/>
          <a:lstStyle>
            <a:lvl1pPr algn="l">
              <a:defRPr sz="2000" b="1"/>
            </a:lvl1pPr>
          </a:lstStyle>
          <a:p>
            <a:r>
              <a:rPr lang="ko-KR" altLang="en-US"/>
              <a:t>마스터 제목 스타일 편집</a:t>
            </a:r>
          </a:p>
        </p:txBody>
      </p:sp>
      <p:sp>
        <p:nvSpPr>
          <p:cNvPr id="3" name="내용 개체 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DD4C31D1-A728-4E88-95C9-C58095C12072}" type="datetimeFigureOut">
              <a:rPr lang="ko-KR" altLang="en-US" smtClean="0"/>
              <a:t>2020-05-07</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E7ECB720-2AD6-45DA-8E0F-1B0D493A91A5}" type="slidenum">
              <a:rPr lang="ko-KR" altLang="en-US" smtClean="0"/>
              <a:t>‹#›</a:t>
            </a:fld>
            <a:endParaRPr lang="ko-KR" altLang="en-US"/>
          </a:p>
        </p:txBody>
      </p:sp>
    </p:spTree>
    <p:extLst>
      <p:ext uri="{BB962C8B-B14F-4D97-AF65-F5344CB8AC3E}">
        <p14:creationId xmlns:p14="http://schemas.microsoft.com/office/powerpoint/2010/main" val="17813250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792288" y="4800600"/>
            <a:ext cx="5486400" cy="566738"/>
          </a:xfrm>
        </p:spPr>
        <p:txBody>
          <a:bodyPr anchor="b"/>
          <a:lstStyle>
            <a:lvl1pPr algn="l">
              <a:defRPr sz="2000" b="1"/>
            </a:lvl1pPr>
          </a:lstStyle>
          <a:p>
            <a:r>
              <a:rPr lang="ko-KR" altLang="en-US"/>
              <a:t>마스터 제목 스타일 편집</a:t>
            </a:r>
          </a:p>
        </p:txBody>
      </p:sp>
      <p:sp>
        <p:nvSpPr>
          <p:cNvPr id="3" name="그림 개체 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DD4C31D1-A728-4E88-95C9-C58095C12072}" type="datetimeFigureOut">
              <a:rPr lang="ko-KR" altLang="en-US" smtClean="0"/>
              <a:t>2020-05-07</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E7ECB720-2AD6-45DA-8E0F-1B0D493A91A5}" type="slidenum">
              <a:rPr lang="ko-KR" altLang="en-US" smtClean="0"/>
              <a:t>‹#›</a:t>
            </a:fld>
            <a:endParaRPr lang="ko-KR" altLang="en-US"/>
          </a:p>
        </p:txBody>
      </p:sp>
    </p:spTree>
    <p:extLst>
      <p:ext uri="{BB962C8B-B14F-4D97-AF65-F5344CB8AC3E}">
        <p14:creationId xmlns:p14="http://schemas.microsoft.com/office/powerpoint/2010/main" val="26447426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DD4C31D1-A728-4E88-95C9-C58095C12072}" type="datetimeFigureOut">
              <a:rPr lang="ko-KR" altLang="en-US" smtClean="0"/>
              <a:t>2020-05-07</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E7ECB720-2AD6-45DA-8E0F-1B0D493A91A5}" type="slidenum">
              <a:rPr lang="ko-KR" altLang="en-US" smtClean="0"/>
              <a:t>‹#›</a:t>
            </a:fld>
            <a:endParaRPr lang="ko-KR" altLang="en-US"/>
          </a:p>
        </p:txBody>
      </p:sp>
    </p:spTree>
    <p:extLst>
      <p:ext uri="{BB962C8B-B14F-4D97-AF65-F5344CB8AC3E}">
        <p14:creationId xmlns:p14="http://schemas.microsoft.com/office/powerpoint/2010/main" val="5811519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6629400" y="274638"/>
            <a:ext cx="2057400" cy="5851525"/>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457200" y="274638"/>
            <a:ext cx="6019800" cy="5851525"/>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DD4C31D1-A728-4E88-95C9-C58095C12072}" type="datetimeFigureOut">
              <a:rPr lang="ko-KR" altLang="en-US" smtClean="0"/>
              <a:t>2020-05-07</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E7ECB720-2AD6-45DA-8E0F-1B0D493A91A5}" type="slidenum">
              <a:rPr lang="ko-KR" altLang="en-US" smtClean="0"/>
              <a:t>‹#›</a:t>
            </a:fld>
            <a:endParaRPr lang="ko-KR" altLang="en-US"/>
          </a:p>
        </p:txBody>
      </p:sp>
    </p:spTree>
    <p:extLst>
      <p:ext uri="{BB962C8B-B14F-4D97-AF65-F5344CB8AC3E}">
        <p14:creationId xmlns:p14="http://schemas.microsoft.com/office/powerpoint/2010/main" val="24056801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3474640608"/>
              </p:ext>
            </p:extLst>
          </p:nvPr>
        </p:nvGraphicFramePr>
        <p:xfrm>
          <a:off x="2492768" y="5758816"/>
          <a:ext cx="4158462" cy="259080"/>
        </p:xfrm>
        <a:graphic>
          <a:graphicData uri="http://schemas.openxmlformats.org/drawingml/2006/table">
            <a:tbl>
              <a:tblPr firstRow="1" bandRow="1">
                <a:tableStyleId>{5C22544A-7EE6-4342-B048-85BDC9FD1C3A}</a:tableStyleId>
              </a:tblPr>
              <a:tblGrid>
                <a:gridCol w="570767">
                  <a:extLst>
                    <a:ext uri="{9D8B030D-6E8A-4147-A177-3AD203B41FA5}">
                      <a16:colId xmlns="" xmlns:a16="http://schemas.microsoft.com/office/drawing/2014/main" val="20000"/>
                    </a:ext>
                  </a:extLst>
                </a:gridCol>
                <a:gridCol w="717539">
                  <a:extLst>
                    <a:ext uri="{9D8B030D-6E8A-4147-A177-3AD203B41FA5}">
                      <a16:colId xmlns="" xmlns:a16="http://schemas.microsoft.com/office/drawing/2014/main" val="20001"/>
                    </a:ext>
                  </a:extLst>
                </a:gridCol>
                <a:gridCol w="717539">
                  <a:extLst>
                    <a:ext uri="{9D8B030D-6E8A-4147-A177-3AD203B41FA5}">
                      <a16:colId xmlns="" xmlns:a16="http://schemas.microsoft.com/office/drawing/2014/main" val="748956557"/>
                    </a:ext>
                  </a:extLst>
                </a:gridCol>
                <a:gridCol w="717539">
                  <a:extLst>
                    <a:ext uri="{9D8B030D-6E8A-4147-A177-3AD203B41FA5}">
                      <a16:colId xmlns="" xmlns:a16="http://schemas.microsoft.com/office/drawing/2014/main" val="2052663771"/>
                    </a:ext>
                  </a:extLst>
                </a:gridCol>
                <a:gridCol w="717539">
                  <a:extLst>
                    <a:ext uri="{9D8B030D-6E8A-4147-A177-3AD203B41FA5}">
                      <a16:colId xmlns="" xmlns:a16="http://schemas.microsoft.com/office/drawing/2014/main" val="1774092345"/>
                    </a:ext>
                  </a:extLst>
                </a:gridCol>
                <a:gridCol w="717539">
                  <a:extLst>
                    <a:ext uri="{9D8B030D-6E8A-4147-A177-3AD203B41FA5}">
                      <a16:colId xmlns="" xmlns:a16="http://schemas.microsoft.com/office/drawing/2014/main" val="2811408782"/>
                    </a:ext>
                  </a:extLst>
                </a:gridCol>
              </a:tblGrid>
              <a:tr h="154824">
                <a:tc>
                  <a:txBody>
                    <a:bodyPr/>
                    <a:lstStyle/>
                    <a:p>
                      <a:pPr algn="l" latinLnBrk="1"/>
                      <a:r>
                        <a:rPr lang="en-US" altLang="ko-KR" sz="900" b="0" dirty="0">
                          <a:solidFill>
                            <a:schemeClr val="tx1"/>
                          </a:solidFill>
                          <a:latin typeface="+mn-ea"/>
                          <a:ea typeface="+mn-ea"/>
                        </a:rPr>
                        <a:t>Ver.</a:t>
                      </a:r>
                      <a:endParaRPr lang="ko-KR" altLang="en-US" sz="900" b="0" dirty="0">
                        <a:solidFill>
                          <a:schemeClr val="tx1"/>
                        </a:solidFill>
                        <a:latin typeface="+mn-ea"/>
                        <a:ea typeface="+mn-ea"/>
                      </a:endParaRPr>
                    </a:p>
                  </a:txBody>
                  <a:tcPr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mn-ea"/>
                          <a:ea typeface="+mn-ea"/>
                        </a:rPr>
                        <a:t>Date.</a:t>
                      </a:r>
                      <a:endParaRPr lang="ko-KR" altLang="en-US" sz="900" b="0" dirty="0">
                        <a:solidFill>
                          <a:schemeClr val="tx1"/>
                        </a:solidFill>
                        <a:latin typeface="+mn-ea"/>
                        <a:ea typeface="+mn-ea"/>
                      </a:endParaRPr>
                    </a:p>
                  </a:txBody>
                  <a:tcPr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mn-ea"/>
                          <a:ea typeface="+mn-ea"/>
                        </a:rPr>
                        <a:t>Writer.</a:t>
                      </a:r>
                      <a:endParaRPr lang="ko-KR" altLang="en-US" sz="900" b="0" dirty="0">
                        <a:solidFill>
                          <a:schemeClr val="tx1"/>
                        </a:solidFill>
                        <a:latin typeface="+mn-ea"/>
                        <a:ea typeface="+mn-ea"/>
                      </a:endParaRPr>
                    </a:p>
                  </a:txBody>
                  <a:tcPr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3086173" y="5793465"/>
            <a:ext cx="678124"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4521697" y="5790053"/>
            <a:ext cx="675614"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5954713" y="5790053"/>
            <a:ext cx="675614"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102883360"/>
              </p:ext>
            </p:extLst>
          </p:nvPr>
        </p:nvGraphicFramePr>
        <p:xfrm>
          <a:off x="323530" y="495402"/>
          <a:ext cx="7928018" cy="487680"/>
        </p:xfrm>
        <a:graphic>
          <a:graphicData uri="http://schemas.openxmlformats.org/drawingml/2006/table">
            <a:tbl>
              <a:tblPr firstRow="1" bandRow="1">
                <a:tableStyleId>{5C22544A-7EE6-4342-B048-85BDC9FD1C3A}</a:tableStyleId>
              </a:tblPr>
              <a:tblGrid>
                <a:gridCol w="7928018">
                  <a:extLst>
                    <a:ext uri="{9D8B030D-6E8A-4147-A177-3AD203B41FA5}">
                      <a16:colId xmlns="" xmlns:a16="http://schemas.microsoft.com/office/drawing/2014/main" val="20000"/>
                    </a:ext>
                  </a:extLst>
                </a:gridCol>
              </a:tblGrid>
              <a:tr h="487680">
                <a:tc>
                  <a:txBody>
                    <a:bodyPr/>
                    <a:lstStyle/>
                    <a:p>
                      <a:pPr latinLnBrk="1"/>
                      <a:endParaRPr lang="ko-KR" altLang="en-US" sz="2400" dirty="0"/>
                    </a:p>
                  </a:txBody>
                  <a:tcPr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 xmlns:a16="http://schemas.microsoft.com/office/drawing/2014/main" val="10000"/>
                  </a:ext>
                </a:extLst>
              </a:tr>
            </a:tbl>
          </a:graphicData>
        </a:graphic>
      </p:graphicFrame>
      <p:sp>
        <p:nvSpPr>
          <p:cNvPr id="7" name="제목 개체 틀 9"/>
          <p:cNvSpPr>
            <a:spLocks noGrp="1"/>
          </p:cNvSpPr>
          <p:nvPr>
            <p:ph type="title" hasCustomPrompt="1"/>
          </p:nvPr>
        </p:nvSpPr>
        <p:spPr>
          <a:xfrm>
            <a:off x="323529" y="218045"/>
            <a:ext cx="8568952"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p>
        </p:txBody>
      </p:sp>
      <p:sp>
        <p:nvSpPr>
          <p:cNvPr id="8" name="Copyrights 2018  ©Petdoc.  All Rights Reserved.">
            <a:extLst>
              <a:ext uri="{FF2B5EF4-FFF2-40B4-BE49-F238E27FC236}">
                <a16:creationId xmlns="" xmlns:a16="http://schemas.microsoft.com/office/drawing/2014/main" id="{FD2F9934-9D0C-4E19-AE89-48CB9973F4AD}"/>
              </a:ext>
            </a:extLst>
          </p:cNvPr>
          <p:cNvSpPr txBox="1"/>
          <p:nvPr userDrawn="1"/>
        </p:nvSpPr>
        <p:spPr>
          <a:xfrm>
            <a:off x="3881844" y="6454033"/>
            <a:ext cx="2263440" cy="120033"/>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rPr>
              <a:t>Copyrights 201</a:t>
            </a:r>
            <a:r>
              <a:rPr lang="en-US" altLang="ko-KR" sz="600" dirty="0">
                <a:solidFill>
                  <a:srgbClr val="8D95A0"/>
                </a:solidFill>
              </a:rPr>
              <a:t>9</a:t>
            </a:r>
            <a:r>
              <a:rPr sz="600" dirty="0">
                <a:solidFill>
                  <a:srgbClr val="8D95A0"/>
                </a:solidFill>
              </a:rPr>
              <a:t>  ©</a:t>
            </a:r>
            <a:r>
              <a:rPr lang="en-US" altLang="ko-KR" sz="600" dirty="0">
                <a:solidFill>
                  <a:srgbClr val="8D95A0"/>
                </a:solidFill>
              </a:rPr>
              <a:t> </a:t>
            </a:r>
            <a:r>
              <a:rPr lang="en-US" altLang="ko-KR" sz="600" dirty="0">
                <a:solidFill>
                  <a:srgbClr val="EEECE1">
                    <a:lumMod val="50000"/>
                  </a:srgbClr>
                </a:solidFill>
              </a:rPr>
              <a:t>Your company name</a:t>
            </a:r>
            <a:r>
              <a:rPr sz="600" dirty="0">
                <a:solidFill>
                  <a:srgbClr val="8D95A0"/>
                </a:solidFill>
              </a:rPr>
              <a:t>.  All Rights Reserved.</a:t>
            </a:r>
          </a:p>
        </p:txBody>
      </p:sp>
      <p:sp>
        <p:nvSpPr>
          <p:cNvPr id="9"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 xmlns:a16="http://schemas.microsoft.com/office/drawing/2014/main" id="{04047FE0-99CA-4A25-A7D8-E3A981F3FFF0}"/>
              </a:ext>
            </a:extLst>
          </p:cNvPr>
          <p:cNvSpPr txBox="1"/>
          <p:nvPr userDrawn="1"/>
        </p:nvSpPr>
        <p:spPr>
          <a:xfrm>
            <a:off x="2135637" y="6115648"/>
            <a:ext cx="4872728" cy="48013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sz="600" dirty="0">
                <a:solidFill>
                  <a:srgbClr val="8D95A0"/>
                </a:solidFill>
                <a:latin typeface="SF Pro Text Regular"/>
                <a:ea typeface="SF Pro Text Regular"/>
                <a:cs typeface="SF Pro Text Regular"/>
                <a:sym typeface="SF Pro Text Regular"/>
              </a:rPr>
              <a:t>This report contains information that is confidential and proprietary to petdoc and is solely for the use of Petdoc personnel. No part of it may be used, circulated, quoted, or reproduced for distribution outside</a:t>
            </a:r>
            <a:endParaRPr lang="en-US" sz="600" dirty="0">
              <a:solidFill>
                <a:srgbClr val="8D95A0"/>
              </a:solidFill>
              <a:latin typeface="SF Pro Text Regular"/>
              <a:ea typeface="SF Pro Text Regular"/>
              <a:cs typeface="SF Pro Text Regular"/>
              <a:sym typeface="SF Pro Text Regular"/>
            </a:endParaRP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EEECE1">
                    <a:lumMod val="50000"/>
                  </a:srgbClr>
                </a:solidFill>
                <a:latin typeface="SF Pro Text Regular"/>
                <a:ea typeface="SF Pro Text Regular"/>
                <a:cs typeface="SF Pro Text Regular"/>
                <a:sym typeface="SF Pro Text Regular"/>
              </a:rPr>
              <a:t>Your company name</a:t>
            </a:r>
            <a:r>
              <a:rPr lang="en-US" sz="600" dirty="0">
                <a:solidFill>
                  <a:srgbClr val="8D95A0"/>
                </a:solidFill>
                <a:latin typeface="SF Pro Text Regular"/>
                <a:ea typeface="SF Pro Text Regular"/>
                <a:cs typeface="SF Pro Text Regular"/>
                <a:sym typeface="SF Pro Text Regular"/>
              </a:rPr>
              <a:t>. If you are not the intended recipient of this report, you are hereby notified that the use, circulation, quoting, or reproducing of this report is strictly prohibited and may be unlawful.</a:t>
            </a:r>
          </a:p>
        </p:txBody>
      </p:sp>
      <p:sp>
        <p:nvSpPr>
          <p:cNvPr id="13" name="Confidential">
            <a:extLst>
              <a:ext uri="{FF2B5EF4-FFF2-40B4-BE49-F238E27FC236}">
                <a16:creationId xmlns="" xmlns:a16="http://schemas.microsoft.com/office/drawing/2014/main" id="{26B85E55-A23B-4282-B1C2-26BA012C5C07}"/>
              </a:ext>
            </a:extLst>
          </p:cNvPr>
          <p:cNvSpPr/>
          <p:nvPr userDrawn="1"/>
        </p:nvSpPr>
        <p:spPr>
          <a:xfrm>
            <a:off x="4119429" y="3249264"/>
            <a:ext cx="977151" cy="359473"/>
          </a:xfrm>
          <a:prstGeom prst="rect">
            <a:avLst/>
          </a:prstGeom>
          <a:solidFill>
            <a:srgbClr val="FF5A5C"/>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i="0" dirty="0"/>
              <a:t>Confidential</a:t>
            </a:r>
          </a:p>
        </p:txBody>
      </p:sp>
    </p:spTree>
    <p:extLst>
      <p:ext uri="{BB962C8B-B14F-4D97-AF65-F5344CB8AC3E}">
        <p14:creationId xmlns:p14="http://schemas.microsoft.com/office/powerpoint/2010/main" val="22969633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graphicFrame>
        <p:nvGraphicFramePr>
          <p:cNvPr id="4" name="표 3">
            <a:extLst>
              <a:ext uri="{FF2B5EF4-FFF2-40B4-BE49-F238E27FC236}">
                <a16:creationId xmlns="" xmlns:a16="http://schemas.microsoft.com/office/drawing/2014/main" id="{B42A6570-5196-43DE-85B2-428460B9C59C}"/>
              </a:ext>
            </a:extLst>
          </p:cNvPr>
          <p:cNvGraphicFramePr>
            <a:graphicFrameLocks noGrp="1"/>
          </p:cNvGraphicFramePr>
          <p:nvPr userDrawn="1">
            <p:extLst>
              <p:ext uri="{D42A27DB-BD31-4B8C-83A1-F6EECF244321}">
                <p14:modId xmlns:p14="http://schemas.microsoft.com/office/powerpoint/2010/main" val="1531989160"/>
              </p:ext>
            </p:extLst>
          </p:nvPr>
        </p:nvGraphicFramePr>
        <p:xfrm>
          <a:off x="323530" y="495402"/>
          <a:ext cx="7928018" cy="487680"/>
        </p:xfrm>
        <a:graphic>
          <a:graphicData uri="http://schemas.openxmlformats.org/drawingml/2006/table">
            <a:tbl>
              <a:tblPr firstRow="1" bandRow="1">
                <a:tableStyleId>{5C22544A-7EE6-4342-B048-85BDC9FD1C3A}</a:tableStyleId>
              </a:tblPr>
              <a:tblGrid>
                <a:gridCol w="7928018">
                  <a:extLst>
                    <a:ext uri="{9D8B030D-6E8A-4147-A177-3AD203B41FA5}">
                      <a16:colId xmlns="" xmlns:a16="http://schemas.microsoft.com/office/drawing/2014/main" val="20000"/>
                    </a:ext>
                  </a:extLst>
                </a:gridCol>
              </a:tblGrid>
              <a:tr h="487680">
                <a:tc>
                  <a:txBody>
                    <a:bodyPr/>
                    <a:lstStyle/>
                    <a:p>
                      <a:pPr latinLnBrk="1"/>
                      <a:endParaRPr lang="ko-KR" altLang="en-US" sz="2400" dirty="0"/>
                    </a:p>
                  </a:txBody>
                  <a:tcPr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 xmlns:a16="http://schemas.microsoft.com/office/drawing/2014/main" val="10000"/>
                  </a:ext>
                </a:extLst>
              </a:tr>
            </a:tbl>
          </a:graphicData>
        </a:graphic>
      </p:graphicFrame>
      <p:sp>
        <p:nvSpPr>
          <p:cNvPr id="5" name="제목 개체 틀 9">
            <a:extLst>
              <a:ext uri="{FF2B5EF4-FFF2-40B4-BE49-F238E27FC236}">
                <a16:creationId xmlns="" xmlns:a16="http://schemas.microsoft.com/office/drawing/2014/main" id="{45E6D0DC-F064-4EBA-906A-BF1306784A62}"/>
              </a:ext>
            </a:extLst>
          </p:cNvPr>
          <p:cNvSpPr>
            <a:spLocks noGrp="1"/>
          </p:cNvSpPr>
          <p:nvPr>
            <p:ph type="title" hasCustomPrompt="1"/>
          </p:nvPr>
        </p:nvSpPr>
        <p:spPr>
          <a:xfrm>
            <a:off x="339504" y="371730"/>
            <a:ext cx="8568952" cy="611352"/>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자유양식 페이지</a:t>
            </a:r>
          </a:p>
        </p:txBody>
      </p:sp>
    </p:spTree>
    <p:extLst>
      <p:ext uri="{BB962C8B-B14F-4D97-AF65-F5344CB8AC3E}">
        <p14:creationId xmlns:p14="http://schemas.microsoft.com/office/powerpoint/2010/main" val="4249439578"/>
      </p:ext>
    </p:extLst>
  </p:cSld>
  <p:clrMapOvr>
    <a:masterClrMapping/>
  </p:clrMapOvr>
  <p:hf hdr="0" ft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사용자 지정 레이아웃">
    <p:spTree>
      <p:nvGrpSpPr>
        <p:cNvPr id="1" name=""/>
        <p:cNvGrpSpPr/>
        <p:nvPr/>
      </p:nvGrpSpPr>
      <p:grpSpPr>
        <a:xfrm>
          <a:off x="0" y="0"/>
          <a:ext cx="0" cy="0"/>
          <a:chOff x="0" y="0"/>
          <a:chExt cx="0" cy="0"/>
        </a:xfrm>
      </p:grpSpPr>
      <p:sp>
        <p:nvSpPr>
          <p:cNvPr id="4" name="제목 개체 틀 9"/>
          <p:cNvSpPr>
            <a:spLocks noGrp="1"/>
          </p:cNvSpPr>
          <p:nvPr>
            <p:ph type="title" hasCustomPrompt="1"/>
          </p:nvPr>
        </p:nvSpPr>
        <p:spPr>
          <a:xfrm>
            <a:off x="323529" y="2286629"/>
            <a:ext cx="8568952" cy="849577"/>
          </a:xfrm>
          <a:prstGeom prst="rect">
            <a:avLst/>
          </a:prstGeom>
        </p:spPr>
        <p:txBody>
          <a:bodyPr vert="horz" lIns="91440" tIns="45720" rIns="91440" bIns="45720" rtlCol="0" anchor="ctr">
            <a:noAutofit/>
          </a:bodyPr>
          <a:lstStyle>
            <a:lvl1pPr algn="ctr">
              <a:defRPr sz="2800" baseline="0">
                <a:solidFill>
                  <a:schemeClr val="tx1"/>
                </a:solidFill>
              </a:defRPr>
            </a:lvl1pPr>
          </a:lstStyle>
          <a:p>
            <a:r>
              <a:rPr lang="ko-KR" altLang="en-US" dirty="0"/>
              <a:t>메뉴 그룹 타이틀 명 작성</a:t>
            </a:r>
          </a:p>
        </p:txBody>
      </p:sp>
      <p:cxnSp>
        <p:nvCxnSpPr>
          <p:cNvPr id="6" name="직선 연결선 5"/>
          <p:cNvCxnSpPr/>
          <p:nvPr userDrawn="1"/>
        </p:nvCxnSpPr>
        <p:spPr>
          <a:xfrm>
            <a:off x="1265531" y="3236979"/>
            <a:ext cx="6715353"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 name="직선 연결선 9"/>
          <p:cNvCxnSpPr/>
          <p:nvPr userDrawn="1"/>
        </p:nvCxnSpPr>
        <p:spPr>
          <a:xfrm>
            <a:off x="1265531" y="2180861"/>
            <a:ext cx="6715353"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2" name="텍스트 개체 틀 18"/>
          <p:cNvSpPr>
            <a:spLocks noGrp="1"/>
          </p:cNvSpPr>
          <p:nvPr>
            <p:ph type="body" sz="quarter" idx="10" hasCustomPrompt="1"/>
          </p:nvPr>
        </p:nvSpPr>
        <p:spPr>
          <a:xfrm>
            <a:off x="1265530" y="3332989"/>
            <a:ext cx="6715353" cy="672075"/>
          </a:xfrm>
          <a:prstGeom prst="rect">
            <a:avLst/>
          </a:prstGeom>
        </p:spPr>
        <p:txBody>
          <a:bodyPr anchor="t" anchorCtr="0"/>
          <a:lstStyle>
            <a:lvl1pPr algn="ctr">
              <a:defRPr sz="900" baseline="0">
                <a:solidFill>
                  <a:schemeClr val="bg1">
                    <a:lumMod val="50000"/>
                  </a:schemeClr>
                </a:solidFill>
              </a:defRPr>
            </a:lvl1pPr>
          </a:lstStyle>
          <a:p>
            <a:pPr lvl="0"/>
            <a:r>
              <a:rPr lang="ko-KR" altLang="en-US" dirty="0"/>
              <a:t>메뉴 그룹 하위 </a:t>
            </a:r>
            <a:r>
              <a:rPr lang="en-US" altLang="ko-KR" dirty="0"/>
              <a:t>Depth</a:t>
            </a:r>
            <a:r>
              <a:rPr lang="ko-KR" altLang="en-US" dirty="0"/>
              <a:t>에 대한 개략적인 수록내용 서술</a:t>
            </a:r>
            <a:r>
              <a:rPr lang="en-US" altLang="ko-KR" dirty="0"/>
              <a:t>.</a:t>
            </a:r>
            <a:endParaRPr lang="ko-KR" altLang="en-US" dirty="0"/>
          </a:p>
        </p:txBody>
      </p:sp>
    </p:spTree>
    <p:extLst>
      <p:ext uri="{BB962C8B-B14F-4D97-AF65-F5344CB8AC3E}">
        <p14:creationId xmlns:p14="http://schemas.microsoft.com/office/powerpoint/2010/main" val="6958803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escription">
    <p:spTree>
      <p:nvGrpSpPr>
        <p:cNvPr id="1" name=""/>
        <p:cNvGrpSpPr/>
        <p:nvPr/>
      </p:nvGrpSpPr>
      <p:grpSpPr>
        <a:xfrm>
          <a:off x="0" y="0"/>
          <a:ext cx="0" cy="0"/>
          <a:chOff x="0" y="0"/>
          <a:chExt cx="0" cy="0"/>
        </a:xfrm>
      </p:grpSpPr>
      <p:graphicFrame>
        <p:nvGraphicFramePr>
          <p:cNvPr id="2" name="표 1"/>
          <p:cNvGraphicFramePr>
            <a:graphicFrameLocks noGrp="1"/>
          </p:cNvGraphicFramePr>
          <p:nvPr userDrawn="1">
            <p:extLst>
              <p:ext uri="{D42A27DB-BD31-4B8C-83A1-F6EECF244321}">
                <p14:modId xmlns:p14="http://schemas.microsoft.com/office/powerpoint/2010/main" val="1953883009"/>
              </p:ext>
            </p:extLst>
          </p:nvPr>
        </p:nvGraphicFramePr>
        <p:xfrm>
          <a:off x="35496" y="60082"/>
          <a:ext cx="9071749" cy="6399685"/>
        </p:xfrm>
        <a:graphic>
          <a:graphicData uri="http://schemas.openxmlformats.org/drawingml/2006/table">
            <a:tbl>
              <a:tblPr firstRow="1" bandRow="1">
                <a:tableStyleId>{5C22544A-7EE6-4342-B048-85BDC9FD1C3A}</a:tableStyleId>
              </a:tblPr>
              <a:tblGrid>
                <a:gridCol w="864096">
                  <a:extLst>
                    <a:ext uri="{9D8B030D-6E8A-4147-A177-3AD203B41FA5}">
                      <a16:colId xmlns="" xmlns:a16="http://schemas.microsoft.com/office/drawing/2014/main" val="20000"/>
                    </a:ext>
                  </a:extLst>
                </a:gridCol>
                <a:gridCol w="2232248">
                  <a:extLst>
                    <a:ext uri="{9D8B030D-6E8A-4147-A177-3AD203B41FA5}">
                      <a16:colId xmlns="" xmlns:a16="http://schemas.microsoft.com/office/drawing/2014/main" val="20001"/>
                    </a:ext>
                  </a:extLst>
                </a:gridCol>
                <a:gridCol w="791548">
                  <a:extLst>
                    <a:ext uri="{9D8B030D-6E8A-4147-A177-3AD203B41FA5}">
                      <a16:colId xmlns="" xmlns:a16="http://schemas.microsoft.com/office/drawing/2014/main" val="20002"/>
                    </a:ext>
                  </a:extLst>
                </a:gridCol>
                <a:gridCol w="2520820">
                  <a:extLst>
                    <a:ext uri="{9D8B030D-6E8A-4147-A177-3AD203B41FA5}">
                      <a16:colId xmlns="" xmlns:a16="http://schemas.microsoft.com/office/drawing/2014/main" val="20003"/>
                    </a:ext>
                  </a:extLst>
                </a:gridCol>
                <a:gridCol w="1778078">
                  <a:extLst>
                    <a:ext uri="{9D8B030D-6E8A-4147-A177-3AD203B41FA5}">
                      <a16:colId xmlns="" xmlns:a16="http://schemas.microsoft.com/office/drawing/2014/main" val="20004"/>
                    </a:ext>
                  </a:extLst>
                </a:gridCol>
                <a:gridCol w="416966">
                  <a:extLst>
                    <a:ext uri="{9D8B030D-6E8A-4147-A177-3AD203B41FA5}">
                      <a16:colId xmlns="" xmlns:a16="http://schemas.microsoft.com/office/drawing/2014/main" val="20006"/>
                    </a:ext>
                  </a:extLst>
                </a:gridCol>
                <a:gridCol w="467993">
                  <a:extLst>
                    <a:ext uri="{9D8B030D-6E8A-4147-A177-3AD203B41FA5}">
                      <a16:colId xmlns="" xmlns:a16="http://schemas.microsoft.com/office/drawing/2014/main" val="20007"/>
                    </a:ext>
                  </a:extLst>
                </a:gridCol>
              </a:tblGrid>
              <a:tr h="0">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aseline="0" dirty="0">
                          <a:solidFill>
                            <a:schemeClr val="tx1"/>
                          </a:solidFill>
                          <a:latin typeface="+mn-ea"/>
                          <a:ea typeface="+mn-ea"/>
                        </a:rPr>
                        <a:t>Page Title.</a:t>
                      </a:r>
                      <a:endParaRPr lang="ko-KR" altLang="en-US" sz="1000" dirty="0">
                        <a:solidFill>
                          <a:schemeClr val="tx1"/>
                        </a:solidFill>
                        <a:latin typeface="+mn-ea"/>
                        <a:ea typeface="+mn-ea"/>
                      </a:endParaRPr>
                    </a:p>
                  </a:txBody>
                  <a:tcPr marT="60960" marB="60960" anchor="ctr">
                    <a:lnB w="317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1000" dirty="0">
                        <a:solidFill>
                          <a:schemeClr val="tx1"/>
                        </a:solidFill>
                        <a:latin typeface="+mn-ea"/>
                        <a:ea typeface="+mn-ea"/>
                      </a:endParaRPr>
                    </a:p>
                  </a:txBody>
                  <a:tcPr marT="60960" marB="60960" anchor="ctr">
                    <a:lnB w="3175" cap="flat" cmpd="sng" algn="ctr">
                      <a:solidFill>
                        <a:schemeClr val="bg1">
                          <a:lumMod val="85000"/>
                        </a:schemeClr>
                      </a:solidFill>
                      <a:prstDash val="solid"/>
                      <a:round/>
                      <a:headEnd type="none" w="med" len="med"/>
                      <a:tailEnd type="none" w="med" len="med"/>
                    </a:lnB>
                    <a:no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aseline="0" dirty="0">
                          <a:solidFill>
                            <a:schemeClr val="tx1"/>
                          </a:solidFill>
                          <a:latin typeface="+mn-ea"/>
                          <a:ea typeface="+mn-ea"/>
                        </a:rPr>
                        <a:t>Group Title.</a:t>
                      </a:r>
                      <a:endParaRPr lang="ko-KR" altLang="en-US" sz="1000" dirty="0">
                        <a:solidFill>
                          <a:schemeClr val="tx1"/>
                        </a:solidFill>
                        <a:latin typeface="+mn-ea"/>
                        <a:ea typeface="+mn-ea"/>
                      </a:endParaRPr>
                    </a:p>
                  </a:txBody>
                  <a:tcPr marT="60960" marB="60960" anchor="ctr">
                    <a:lnB w="317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1000" dirty="0">
                        <a:solidFill>
                          <a:schemeClr val="tx1"/>
                        </a:solidFill>
                        <a:latin typeface="+mn-ea"/>
                        <a:ea typeface="+mn-ea"/>
                      </a:endParaRPr>
                    </a:p>
                  </a:txBody>
                  <a:tcPr marT="60960" marB="60960" anchor="ctr">
                    <a:lnR w="3175" cap="flat" cmpd="sng" algn="ctr">
                      <a:solidFill>
                        <a:schemeClr val="bg1">
                          <a:lumMod val="85000"/>
                        </a:schemeClr>
                      </a:solidFill>
                      <a:prstDash val="solid"/>
                      <a:round/>
                      <a:headEnd type="none" w="med" len="med"/>
                      <a:tailEnd type="none" w="med" len="med"/>
                    </a:lnR>
                    <a:lnB w="3175" cap="flat" cmpd="sng" algn="ctr">
                      <a:solidFill>
                        <a:schemeClr val="bg1">
                          <a:lumMod val="85000"/>
                        </a:schemeClr>
                      </a:solidFill>
                      <a:prstDash val="solid"/>
                      <a:round/>
                      <a:headEnd type="none" w="med" len="med"/>
                      <a:tailEnd type="none" w="med" len="med"/>
                    </a:lnB>
                    <a:no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latin typeface="+mn-ea"/>
                          <a:ea typeface="+mn-ea"/>
                        </a:rPr>
                        <a:t>Description.</a:t>
                      </a:r>
                      <a:endParaRPr lang="ko-KR" altLang="en-US" sz="1000" b="1" dirty="0">
                        <a:solidFill>
                          <a:schemeClr val="tx1"/>
                        </a:solidFill>
                        <a:latin typeface="+mn-ea"/>
                        <a:ea typeface="+mn-ea"/>
                      </a:endParaRPr>
                    </a:p>
                  </a:txBody>
                  <a:tcPr marT="60960" marB="60960" anchor="ctr">
                    <a:lnL w="3175" cap="flat" cmpd="sng" algn="ctr">
                      <a:solidFill>
                        <a:schemeClr val="bg1">
                          <a:lumMod val="85000"/>
                        </a:schemeClr>
                      </a:solidFill>
                      <a:prstDash val="solid"/>
                      <a:round/>
                      <a:headEnd type="none" w="med" len="med"/>
                      <a:tailEnd type="none" w="med" len="med"/>
                    </a:lnL>
                    <a:lnB w="317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dirty="0">
                          <a:solidFill>
                            <a:schemeClr val="tx1"/>
                          </a:solidFill>
                          <a:latin typeface="+mn-ea"/>
                          <a:ea typeface="+mn-ea"/>
                        </a:rPr>
                        <a:t>Page.</a:t>
                      </a:r>
                      <a:endParaRPr lang="ko-KR" altLang="en-US" sz="1000" dirty="0">
                        <a:solidFill>
                          <a:schemeClr val="tx1"/>
                        </a:solidFill>
                        <a:latin typeface="+mn-ea"/>
                        <a:ea typeface="+mn-ea"/>
                      </a:endParaRPr>
                    </a:p>
                  </a:txBody>
                  <a:tcPr marT="60960" marB="60960" anchor="ctr">
                    <a:lnB w="317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indent="0" algn="r" defTabSz="914400" rtl="0" eaLnBrk="1" fontAlgn="auto" latinLnBrk="1" hangingPunct="1">
                        <a:lnSpc>
                          <a:spcPct val="100000"/>
                        </a:lnSpc>
                        <a:spcBef>
                          <a:spcPts val="0"/>
                        </a:spcBef>
                        <a:spcAft>
                          <a:spcPts val="0"/>
                        </a:spcAft>
                        <a:buClrTx/>
                        <a:buSzTx/>
                        <a:buFontTx/>
                        <a:buNone/>
                        <a:tabLst/>
                        <a:defRPr/>
                      </a:pPr>
                      <a:endParaRPr lang="ko-KR" altLang="en-US" sz="1200" dirty="0">
                        <a:solidFill>
                          <a:schemeClr val="tx1"/>
                        </a:solidFill>
                        <a:latin typeface="+mn-ea"/>
                        <a:ea typeface="+mn-ea"/>
                      </a:endParaRPr>
                    </a:p>
                  </a:txBody>
                  <a:tcPr marT="60960" marB="60960" anchor="ctr">
                    <a:lnB w="3175" cap="flat" cmpd="sng" algn="ctr">
                      <a:solidFill>
                        <a:schemeClr val="bg1">
                          <a:lumMod val="85000"/>
                        </a:schemeClr>
                      </a:solidFill>
                      <a:prstDash val="solid"/>
                      <a:round/>
                      <a:headEnd type="none" w="med" len="med"/>
                      <a:tailEnd type="none" w="med" len="med"/>
                    </a:lnB>
                    <a:noFill/>
                  </a:tcPr>
                </a:tc>
                <a:extLst>
                  <a:ext uri="{0D108BD9-81ED-4DB2-BD59-A6C34878D82A}">
                    <a16:rowId xmlns="" xmlns:a16="http://schemas.microsoft.com/office/drawing/2014/main" val="10000"/>
                  </a:ext>
                </a:extLst>
              </a:tr>
              <a:tr h="6094885">
                <a:tc gridSpan="4">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marL="68580" marR="68580" anchor="ctr">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noFill/>
                  </a:tcPr>
                </a:tc>
                <a:tc hMerge="1">
                  <a:txBody>
                    <a:bodyPr/>
                    <a:lstStyle/>
                    <a:p>
                      <a:pPr latinLnBrk="1"/>
                      <a:endParaRPr lang="ko-KR" altLang="en-US" sz="900" dirty="0">
                        <a:solidFill>
                          <a:schemeClr val="tx1"/>
                        </a:solidFill>
                        <a:latin typeface="+mn-ea"/>
                        <a:ea typeface="+mn-ea"/>
                      </a:endParaRPr>
                    </a:p>
                  </a:txBody>
                  <a:tcPr anchor="ctr">
                    <a:solidFill>
                      <a:schemeClr val="bg1">
                        <a:lumMod val="95000"/>
                      </a:schemeClr>
                    </a:solidFill>
                  </a:tcPr>
                </a:tc>
                <a:tc hMerge="1">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solidFill>
                      <a:schemeClr val="bg1">
                        <a:lumMod val="95000"/>
                      </a:schemeClr>
                    </a:solidFill>
                  </a:tcPr>
                </a:tc>
                <a:tc hMerge="1">
                  <a:txBody>
                    <a:bodyPr/>
                    <a:lstStyle/>
                    <a:p>
                      <a:pPr latinLnBrk="1"/>
                      <a:endParaRPr lang="ko-KR" altLang="en-US" sz="900" dirty="0">
                        <a:solidFill>
                          <a:schemeClr val="tx1"/>
                        </a:solidFill>
                        <a:latin typeface="+mn-ea"/>
                        <a:ea typeface="+mn-ea"/>
                      </a:endParaRPr>
                    </a:p>
                  </a:txBody>
                  <a:tcPr anchor="ctr">
                    <a:solidFill>
                      <a:schemeClr val="bg1">
                        <a:lumMod val="95000"/>
                      </a:schemeClr>
                    </a:solidFill>
                  </a:tcPr>
                </a:tc>
                <a:tc gridSpan="3">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1200" dirty="0">
                        <a:solidFill>
                          <a:schemeClr val="tx1"/>
                        </a:solidFill>
                        <a:latin typeface="+mn-ea"/>
                        <a:ea typeface="+mn-ea"/>
                      </a:endParaRPr>
                    </a:p>
                  </a:txBody>
                  <a:tcPr marT="60960" marB="60960" anchor="ctr">
                    <a:lnL w="3175" cap="flat" cmpd="sng" algn="ctr">
                      <a:solidFill>
                        <a:schemeClr val="bg1">
                          <a:lumMod val="85000"/>
                        </a:schemeClr>
                      </a:solidFill>
                      <a:prstDash val="solid"/>
                      <a:round/>
                      <a:headEnd type="none" w="med" len="med"/>
                      <a:tailEnd type="none" w="med" len="med"/>
                    </a:lnL>
                    <a:lnT w="3175" cap="flat" cmpd="sng" algn="ctr">
                      <a:solidFill>
                        <a:schemeClr val="bg1">
                          <a:lumMod val="85000"/>
                        </a:schemeClr>
                      </a:solidFill>
                      <a:prstDash val="solid"/>
                      <a:round/>
                      <a:headEnd type="none" w="med" len="med"/>
                      <a:tailEnd type="none" w="med" len="med"/>
                    </a:lnT>
                    <a:noFill/>
                  </a:tcPr>
                </a:tc>
                <a:tc hMerge="1">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solidFill>
                      <a:schemeClr val="bg1">
                        <a:lumMod val="95000"/>
                      </a:schemeClr>
                    </a:solidFill>
                  </a:tcPr>
                </a:tc>
                <a:tc hMerge="1">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solidFill>
                      <a:schemeClr val="bg1">
                        <a:lumMod val="95000"/>
                      </a:schemeClr>
                    </a:solidFill>
                  </a:tcPr>
                </a:tc>
                <a:extLst>
                  <a:ext uri="{0D108BD9-81ED-4DB2-BD59-A6C34878D82A}">
                    <a16:rowId xmlns="" xmlns:a16="http://schemas.microsoft.com/office/drawing/2014/main" val="10002"/>
                  </a:ext>
                </a:extLst>
              </a:tr>
            </a:tbl>
          </a:graphicData>
        </a:graphic>
      </p:graphicFrame>
      <p:sp>
        <p:nvSpPr>
          <p:cNvPr id="22" name="텍스트 개체 틀 18"/>
          <p:cNvSpPr>
            <a:spLocks noGrp="1"/>
          </p:cNvSpPr>
          <p:nvPr>
            <p:ph type="body" sz="quarter" idx="10" hasCustomPrompt="1"/>
          </p:nvPr>
        </p:nvSpPr>
        <p:spPr>
          <a:xfrm>
            <a:off x="899593" y="110749"/>
            <a:ext cx="2223998" cy="221025"/>
          </a:xfrm>
          <a:prstGeom prst="rect">
            <a:avLst/>
          </a:prstGeom>
        </p:spPr>
        <p:txBody>
          <a:bodyPr anchor="ctr" anchorCtr="0"/>
          <a:lstStyle>
            <a:lvl1pPr algn="l">
              <a:defRPr sz="900">
                <a:solidFill>
                  <a:schemeClr val="tx1">
                    <a:lumMod val="50000"/>
                    <a:lumOff val="50000"/>
                  </a:schemeClr>
                </a:solidFill>
                <a:latin typeface="+mn-ea"/>
                <a:ea typeface="+mn-ea"/>
              </a:defRPr>
            </a:lvl1pPr>
          </a:lstStyle>
          <a:p>
            <a:pPr lvl="0"/>
            <a:r>
              <a:rPr lang="ko-KR" altLang="en-US" dirty="0"/>
              <a:t>페이지 명 작성</a:t>
            </a:r>
          </a:p>
        </p:txBody>
      </p:sp>
      <p:sp>
        <p:nvSpPr>
          <p:cNvPr id="23" name="텍스트 개체 틀 18"/>
          <p:cNvSpPr>
            <a:spLocks noGrp="1"/>
          </p:cNvSpPr>
          <p:nvPr>
            <p:ph type="body" sz="quarter" idx="11" hasCustomPrompt="1"/>
          </p:nvPr>
        </p:nvSpPr>
        <p:spPr>
          <a:xfrm>
            <a:off x="3923928" y="110749"/>
            <a:ext cx="2497102" cy="221025"/>
          </a:xfrm>
          <a:prstGeom prst="rect">
            <a:avLst/>
          </a:prstGeom>
        </p:spPr>
        <p:txBody>
          <a:bodyPr anchor="ctr" anchorCtr="0"/>
          <a:lstStyle>
            <a:lvl1pPr algn="l">
              <a:defRPr sz="900">
                <a:solidFill>
                  <a:schemeClr val="tx1">
                    <a:lumMod val="50000"/>
                    <a:lumOff val="50000"/>
                  </a:schemeClr>
                </a:solidFill>
                <a:latin typeface="+mn-ea"/>
                <a:ea typeface="+mn-ea"/>
              </a:defRPr>
            </a:lvl1pPr>
          </a:lstStyle>
          <a:p>
            <a:pPr lvl="0"/>
            <a:r>
              <a:rPr lang="ko-KR" altLang="en-US" dirty="0"/>
              <a:t>그룹 타이틀 명 작성</a:t>
            </a:r>
          </a:p>
        </p:txBody>
      </p:sp>
    </p:spTree>
    <p:extLst>
      <p:ext uri="{BB962C8B-B14F-4D97-AF65-F5344CB8AC3E}">
        <p14:creationId xmlns:p14="http://schemas.microsoft.com/office/powerpoint/2010/main" val="32346548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5" Type="http://schemas.openxmlformats.org/officeDocument/2006/relationships/theme" Target="../theme/theme2.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4C31D1-A728-4E88-95C9-C58095C12072}" type="datetimeFigureOut">
              <a:rPr lang="ko-KR" altLang="en-US" smtClean="0"/>
              <a:t>2020-05-07</a:t>
            </a:fld>
            <a:endParaRPr lang="ko-KR" altLang="en-US"/>
          </a:p>
        </p:txBody>
      </p:sp>
      <p:sp>
        <p:nvSpPr>
          <p:cNvPr id="5" name="바닥글 개체 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7ECB720-2AD6-45DA-8E0F-1B0D493A91A5}" type="slidenum">
              <a:rPr lang="ko-KR" altLang="en-US" smtClean="0"/>
              <a:t>‹#›</a:t>
            </a:fld>
            <a:endParaRPr lang="ko-KR" altLang="en-US"/>
          </a:p>
        </p:txBody>
      </p:sp>
    </p:spTree>
    <p:extLst>
      <p:ext uri="{BB962C8B-B14F-4D97-AF65-F5344CB8AC3E}">
        <p14:creationId xmlns:p14="http://schemas.microsoft.com/office/powerpoint/2010/main" val="15621464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29921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hf hdr="0" ftr="0" dt="0"/>
  <p:txStyles>
    <p:titleStyle>
      <a:lvl1pPr algn="l" defTabSz="914400" rtl="0" eaLnBrk="1" latinLnBrk="1" hangingPunct="1">
        <a:spcBef>
          <a:spcPct val="0"/>
        </a:spcBef>
        <a:buNone/>
        <a:defRPr sz="3000" kern="1200">
          <a:solidFill>
            <a:schemeClr val="tx1"/>
          </a:solidFill>
          <a:latin typeface="+mj-lt"/>
          <a:ea typeface="+mj-ea"/>
          <a:cs typeface="+mj-cs"/>
        </a:defRPr>
      </a:lvl1pPr>
    </p:titleStyle>
    <p:bodyStyle>
      <a:lvl1pPr marL="0" indent="0" algn="l" defTabSz="914400" rtl="0" eaLnBrk="1" latinLnBrk="1"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251520" y="116635"/>
            <a:ext cx="8568952" cy="849577"/>
          </a:xfrm>
        </p:spPr>
        <p:txBody>
          <a:bodyPr/>
          <a:lstStyle/>
          <a:p>
            <a:r>
              <a:rPr lang="en-US" altLang="ko-KR" dirty="0" err="1" smtClean="0"/>
              <a:t>mavenBoard</a:t>
            </a:r>
            <a:endParaRPr lang="ko-KR" altLang="en-US" dirty="0"/>
          </a:p>
        </p:txBody>
      </p:sp>
      <p:sp>
        <p:nvSpPr>
          <p:cNvPr id="3" name="텍스트 개체 틀 2"/>
          <p:cNvSpPr>
            <a:spLocks noGrp="1"/>
          </p:cNvSpPr>
          <p:nvPr>
            <p:ph type="body" sz="quarter" idx="10"/>
          </p:nvPr>
        </p:nvSpPr>
        <p:spPr/>
        <p:txBody>
          <a:bodyPr/>
          <a:lstStyle/>
          <a:p>
            <a:r>
              <a:rPr lang="en-US" altLang="ko-KR" dirty="0" smtClean="0">
                <a:solidFill>
                  <a:schemeClr val="tx1"/>
                </a:solidFill>
              </a:rPr>
              <a:t>1.0</a:t>
            </a:r>
            <a:endParaRPr lang="ko-KR" altLang="en-US" dirty="0">
              <a:solidFill>
                <a:schemeClr val="tx1"/>
              </a:solidFill>
            </a:endParaRPr>
          </a:p>
        </p:txBody>
      </p:sp>
      <p:sp>
        <p:nvSpPr>
          <p:cNvPr id="4" name="텍스트 개체 틀 3"/>
          <p:cNvSpPr>
            <a:spLocks noGrp="1"/>
          </p:cNvSpPr>
          <p:nvPr>
            <p:ph type="body" sz="quarter" idx="11"/>
          </p:nvPr>
        </p:nvSpPr>
        <p:spPr/>
        <p:txBody>
          <a:bodyPr/>
          <a:lstStyle/>
          <a:p>
            <a:r>
              <a:rPr lang="en-US" altLang="ko-KR" dirty="0" smtClean="0">
                <a:solidFill>
                  <a:schemeClr val="tx1"/>
                </a:solidFill>
              </a:rPr>
              <a:t>2020.01.01</a:t>
            </a:r>
            <a:endParaRPr lang="ko-KR" altLang="en-US" dirty="0">
              <a:solidFill>
                <a:schemeClr val="tx1"/>
              </a:solidFill>
            </a:endParaRPr>
          </a:p>
        </p:txBody>
      </p:sp>
      <p:sp>
        <p:nvSpPr>
          <p:cNvPr id="5" name="텍스트 개체 틀 4"/>
          <p:cNvSpPr>
            <a:spLocks noGrp="1"/>
          </p:cNvSpPr>
          <p:nvPr>
            <p:ph type="body" sz="quarter" idx="12"/>
          </p:nvPr>
        </p:nvSpPr>
        <p:spPr/>
        <p:txBody>
          <a:bodyPr/>
          <a:lstStyle/>
          <a:p>
            <a:r>
              <a:rPr lang="ko-KR" altLang="en-US" dirty="0" smtClean="0">
                <a:solidFill>
                  <a:schemeClr val="tx1"/>
                </a:solidFill>
              </a:rPr>
              <a:t>임형진</a:t>
            </a:r>
            <a:endParaRPr lang="ko-KR" altLang="en-US" dirty="0">
              <a:solidFill>
                <a:schemeClr val="tx1"/>
              </a:solidFill>
            </a:endParaRPr>
          </a:p>
        </p:txBody>
      </p:sp>
      <p:pic>
        <p:nvPicPr>
          <p:cNvPr id="1026" name="Picture 2" descr="C:\Users\BIL\Desktop\img\header-bg.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63689" y="1196752"/>
            <a:ext cx="5403231" cy="45365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97067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359532" y="404665"/>
            <a:ext cx="8568952" cy="576064"/>
          </a:xfrm>
          <a:prstGeom prst="rect">
            <a:avLst/>
          </a:prstGeom>
        </p:spPr>
        <p:txBody>
          <a:bodyPr/>
          <a:lstStyle/>
          <a:p>
            <a:r>
              <a:rPr lang="en-US" altLang="ko-KR" dirty="0">
                <a:solidFill>
                  <a:schemeClr val="tx1"/>
                </a:solidFill>
              </a:rPr>
              <a:t>History</a:t>
            </a:r>
            <a:endParaRPr lang="ko-KR" altLang="en-US" dirty="0">
              <a:solidFill>
                <a:schemeClr val="tx1"/>
              </a:solidFill>
            </a:endParaRPr>
          </a:p>
        </p:txBody>
      </p:sp>
      <p:graphicFrame>
        <p:nvGraphicFramePr>
          <p:cNvPr id="3" name="표 2"/>
          <p:cNvGraphicFramePr>
            <a:graphicFrameLocks noGrp="1"/>
          </p:cNvGraphicFramePr>
          <p:nvPr>
            <p:extLst>
              <p:ext uri="{D42A27DB-BD31-4B8C-83A1-F6EECF244321}">
                <p14:modId xmlns:p14="http://schemas.microsoft.com/office/powerpoint/2010/main" val="3175088511"/>
              </p:ext>
            </p:extLst>
          </p:nvPr>
        </p:nvGraphicFramePr>
        <p:xfrm>
          <a:off x="898403" y="1700811"/>
          <a:ext cx="7347196" cy="2969457"/>
        </p:xfrm>
        <a:graphic>
          <a:graphicData uri="http://schemas.openxmlformats.org/drawingml/2006/table">
            <a:tbl>
              <a:tblPr>
                <a:tableStyleId>{5C22544A-7EE6-4342-B048-85BDC9FD1C3A}</a:tableStyleId>
              </a:tblPr>
              <a:tblGrid>
                <a:gridCol w="734717">
                  <a:extLst>
                    <a:ext uri="{9D8B030D-6E8A-4147-A177-3AD203B41FA5}">
                      <a16:colId xmlns="" xmlns:a16="http://schemas.microsoft.com/office/drawing/2014/main" val="20000"/>
                    </a:ext>
                  </a:extLst>
                </a:gridCol>
                <a:gridCol w="935099">
                  <a:extLst>
                    <a:ext uri="{9D8B030D-6E8A-4147-A177-3AD203B41FA5}">
                      <a16:colId xmlns="" xmlns:a16="http://schemas.microsoft.com/office/drawing/2014/main" val="20001"/>
                    </a:ext>
                  </a:extLst>
                </a:gridCol>
                <a:gridCol w="4141147">
                  <a:extLst>
                    <a:ext uri="{9D8B030D-6E8A-4147-A177-3AD203B41FA5}">
                      <a16:colId xmlns="" xmlns:a16="http://schemas.microsoft.com/office/drawing/2014/main" val="20002"/>
                    </a:ext>
                  </a:extLst>
                </a:gridCol>
                <a:gridCol w="801511">
                  <a:extLst>
                    <a:ext uri="{9D8B030D-6E8A-4147-A177-3AD203B41FA5}">
                      <a16:colId xmlns="" xmlns:a16="http://schemas.microsoft.com/office/drawing/2014/main" val="20004"/>
                    </a:ext>
                  </a:extLst>
                </a:gridCol>
                <a:gridCol w="734722">
                  <a:extLst>
                    <a:ext uri="{9D8B030D-6E8A-4147-A177-3AD203B41FA5}">
                      <a16:colId xmlns="" xmlns:a16="http://schemas.microsoft.com/office/drawing/2014/main" val="20005"/>
                    </a:ext>
                  </a:extLst>
                </a:gridCol>
              </a:tblGrid>
              <a:tr h="342763">
                <a:tc>
                  <a:txBody>
                    <a:bodyPr/>
                    <a:lstStyle/>
                    <a:p>
                      <a:pPr algn="l" latinLnBrk="1"/>
                      <a:r>
                        <a:rPr lang="en-US" altLang="ko-KR" sz="1000" b="1" dirty="0">
                          <a:solidFill>
                            <a:schemeClr val="tx1"/>
                          </a:solidFill>
                        </a:rPr>
                        <a:t>Version.</a:t>
                      </a:r>
                      <a:endParaRPr lang="ko-KR" altLang="en-US" sz="1000" b="1" dirty="0">
                        <a:solidFill>
                          <a:schemeClr val="tx1"/>
                        </a:solidFill>
                      </a:endParaRPr>
                    </a:p>
                  </a:txBody>
                  <a:tcPr marL="68580" marR="68580" anchor="ctr">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l" latinLnBrk="1"/>
                      <a:r>
                        <a:rPr lang="en-US" altLang="ko-KR" sz="1000" b="1" dirty="0">
                          <a:solidFill>
                            <a:schemeClr val="tx1"/>
                          </a:solidFill>
                        </a:rPr>
                        <a:t>Date.</a:t>
                      </a:r>
                      <a:endParaRPr lang="ko-KR" altLang="en-US" sz="1000" b="1" dirty="0">
                        <a:solidFill>
                          <a:schemeClr val="tx1"/>
                        </a:solidFill>
                      </a:endParaRPr>
                    </a:p>
                  </a:txBody>
                  <a:tcPr marL="68580" marR="6858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l" latinLnBrk="1"/>
                      <a:r>
                        <a:rPr lang="en-US" altLang="ko-KR" sz="1000" b="1" dirty="0">
                          <a:solidFill>
                            <a:schemeClr val="tx1"/>
                          </a:solidFill>
                        </a:rPr>
                        <a:t>Content.</a:t>
                      </a:r>
                      <a:endParaRPr lang="ko-KR" altLang="en-US" sz="1000" b="1" dirty="0">
                        <a:solidFill>
                          <a:schemeClr val="tx1"/>
                        </a:solidFill>
                      </a:endParaRPr>
                    </a:p>
                  </a:txBody>
                  <a:tcPr marL="68580" marR="6858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rPr>
                        <a:t>Page.</a:t>
                      </a:r>
                      <a:endParaRPr lang="ko-KR" altLang="en-US" sz="1000" b="1" dirty="0">
                        <a:solidFill>
                          <a:schemeClr val="tx1"/>
                        </a:solidFill>
                      </a:endParaRPr>
                    </a:p>
                  </a:txBody>
                  <a:tcPr marL="68580" marR="6858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rPr>
                        <a:t>Owner.</a:t>
                      </a:r>
                      <a:endParaRPr lang="ko-KR" altLang="en-US" sz="1000" b="1" dirty="0">
                        <a:solidFill>
                          <a:schemeClr val="tx1"/>
                        </a:solidFill>
                      </a:endParaRPr>
                    </a:p>
                  </a:txBody>
                  <a:tcPr marL="68580" marR="6858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 xmlns:a16="http://schemas.microsoft.com/office/drawing/2014/main" val="10000"/>
                  </a:ext>
                </a:extLst>
              </a:tr>
              <a:tr h="377314">
                <a:tc>
                  <a:txBody>
                    <a:bodyPr/>
                    <a:lstStyle/>
                    <a:p>
                      <a:pPr algn="ctr" latinLnBrk="1"/>
                      <a:r>
                        <a:rPr lang="en-US" altLang="ko-KR" sz="900" dirty="0" smtClean="0">
                          <a:solidFill>
                            <a:schemeClr val="tx1"/>
                          </a:solidFill>
                          <a:latin typeface="+mn-ea"/>
                          <a:ea typeface="+mn-ea"/>
                        </a:rPr>
                        <a:t>V1.0</a:t>
                      </a:r>
                      <a:endParaRPr lang="ko-KR" altLang="en-US" sz="900" dirty="0">
                        <a:solidFill>
                          <a:schemeClr val="tx1"/>
                        </a:solidFill>
                        <a:latin typeface="+mn-ea"/>
                        <a:ea typeface="+mn-ea"/>
                      </a:endParaRPr>
                    </a:p>
                  </a:txBody>
                  <a:tcPr marL="68580" marR="68580"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smtClean="0">
                          <a:solidFill>
                            <a:schemeClr val="tx1"/>
                          </a:solidFill>
                          <a:latin typeface="+mn-ea"/>
                          <a:ea typeface="+mn-ea"/>
                        </a:rPr>
                        <a:t>2020.01.01</a:t>
                      </a:r>
                      <a:endParaRPr lang="ko-KR" altLang="en-US" sz="900" dirty="0">
                        <a:solidFill>
                          <a:schemeClr val="tx1"/>
                        </a:solidFill>
                        <a:latin typeface="+mn-ea"/>
                        <a:ea typeface="+mn-ea"/>
                      </a:endParaRPr>
                    </a:p>
                  </a:txBody>
                  <a:tcPr marL="68580" marR="6858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algn="l" latinLnBrk="1">
                        <a:buFont typeface="Arial" pitchFamily="34" charset="0"/>
                        <a:buChar char="•"/>
                      </a:pPr>
                      <a:r>
                        <a:rPr lang="en-US" altLang="ko-KR" sz="900" dirty="0" err="1" smtClean="0">
                          <a:solidFill>
                            <a:schemeClr val="tx1"/>
                          </a:solidFill>
                        </a:rPr>
                        <a:t>mavenBoard</a:t>
                      </a:r>
                      <a:endParaRPr lang="en-US" altLang="ko-KR" sz="900" dirty="0" smtClean="0">
                        <a:solidFill>
                          <a:schemeClr val="tx1"/>
                        </a:solidFill>
                      </a:endParaRPr>
                    </a:p>
                  </a:txBody>
                  <a:tcPr marL="68580" marR="6858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latin typeface="+mn-ea"/>
                          <a:ea typeface="+mn-ea"/>
                        </a:rPr>
                        <a:t>-</a:t>
                      </a:r>
                      <a:endParaRPr lang="ko-KR" altLang="en-US" sz="900" dirty="0">
                        <a:solidFill>
                          <a:schemeClr val="tx1"/>
                        </a:solidFill>
                        <a:latin typeface="+mn-ea"/>
                        <a:ea typeface="+mn-ea"/>
                      </a:endParaRPr>
                    </a:p>
                  </a:txBody>
                  <a:tcPr marL="68580" marR="6858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ko-KR" altLang="en-US" sz="900" dirty="0" smtClean="0">
                          <a:solidFill>
                            <a:schemeClr val="tx1"/>
                          </a:solidFill>
                        </a:rPr>
                        <a:t>임형진</a:t>
                      </a:r>
                      <a:endParaRPr lang="ko-KR" altLang="en-US" sz="900" dirty="0">
                        <a:solidFill>
                          <a:schemeClr val="tx1"/>
                        </a:solidFill>
                      </a:endParaRPr>
                    </a:p>
                  </a:txBody>
                  <a:tcPr marL="68580" marR="6858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 xmlns:a16="http://schemas.microsoft.com/office/drawing/2014/main" val="10001"/>
                  </a:ext>
                </a:extLst>
              </a:tr>
              <a:tr h="321340">
                <a:tc>
                  <a:txBody>
                    <a:bodyPr/>
                    <a:lstStyle/>
                    <a:p>
                      <a:pPr algn="ctr" latinLnBrk="1"/>
                      <a:r>
                        <a:rPr lang="en-US" altLang="ko-KR" sz="900" dirty="0" smtClean="0">
                          <a:solidFill>
                            <a:schemeClr val="tx1"/>
                          </a:solidFill>
                          <a:latin typeface="+mn-ea"/>
                          <a:ea typeface="+mn-ea"/>
                        </a:rPr>
                        <a:t>V1.1</a:t>
                      </a:r>
                      <a:endParaRPr lang="ko-KR" altLang="en-US" sz="900" dirty="0">
                        <a:solidFill>
                          <a:schemeClr val="tx1"/>
                        </a:solidFill>
                        <a:latin typeface="+mn-ea"/>
                        <a:ea typeface="+mn-ea"/>
                      </a:endParaRPr>
                    </a:p>
                  </a:txBody>
                  <a:tcPr marL="68580" marR="68580"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smtClean="0">
                          <a:solidFill>
                            <a:schemeClr val="tx1"/>
                          </a:solidFill>
                          <a:latin typeface="+mn-ea"/>
                          <a:ea typeface="+mn-ea"/>
                        </a:rPr>
                        <a:t>2020.05.07</a:t>
                      </a:r>
                      <a:endParaRPr lang="ko-KR" altLang="en-US" sz="900" dirty="0">
                        <a:solidFill>
                          <a:schemeClr val="tx1"/>
                        </a:solidFill>
                        <a:latin typeface="+mn-ea"/>
                        <a:ea typeface="+mn-ea"/>
                      </a:endParaRPr>
                    </a:p>
                  </a:txBody>
                  <a:tcPr marL="68580" marR="6858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marR="0" lvl="0" indent="-1080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en-US" sz="900" dirty="0" smtClean="0">
                          <a:solidFill>
                            <a:schemeClr val="tx1"/>
                          </a:solidFill>
                        </a:rPr>
                        <a:t>일부 수정</a:t>
                      </a:r>
                      <a:endParaRPr lang="ko-KR" altLang="en-US" sz="900" dirty="0">
                        <a:solidFill>
                          <a:schemeClr val="tx1"/>
                        </a:solidFill>
                      </a:endParaRPr>
                    </a:p>
                  </a:txBody>
                  <a:tcPr marL="68580" marR="6858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smtClean="0">
                          <a:solidFill>
                            <a:schemeClr val="tx1"/>
                          </a:solidFill>
                        </a:rPr>
                        <a:t>-</a:t>
                      </a:r>
                      <a:endParaRPr lang="ko-KR" altLang="en-US" sz="900" dirty="0">
                        <a:solidFill>
                          <a:schemeClr val="tx1"/>
                        </a:solidFill>
                      </a:endParaRPr>
                    </a:p>
                  </a:txBody>
                  <a:tcPr marL="68580" marR="6858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ko-KR" altLang="en-US" sz="900" dirty="0" smtClean="0">
                          <a:solidFill>
                            <a:schemeClr val="tx1"/>
                          </a:solidFill>
                        </a:rPr>
                        <a:t>임형진</a:t>
                      </a:r>
                      <a:endParaRPr lang="ko-KR" altLang="en-US" sz="900" dirty="0">
                        <a:solidFill>
                          <a:schemeClr val="tx1"/>
                        </a:solidFill>
                      </a:endParaRPr>
                    </a:p>
                  </a:txBody>
                  <a:tcPr marL="68580" marR="6858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 xmlns:a16="http://schemas.microsoft.com/office/drawing/2014/main" val="10002"/>
                  </a:ext>
                </a:extLst>
              </a:tr>
              <a:tr h="321340">
                <a:tc>
                  <a:txBody>
                    <a:bodyPr/>
                    <a:lstStyle/>
                    <a:p>
                      <a:pPr algn="ctr" latinLnBrk="1"/>
                      <a:endParaRPr lang="ko-KR" altLang="en-US" sz="900" dirty="0">
                        <a:solidFill>
                          <a:schemeClr val="tx1"/>
                        </a:solidFill>
                        <a:latin typeface="+mn-ea"/>
                        <a:ea typeface="+mn-ea"/>
                      </a:endParaRPr>
                    </a:p>
                  </a:txBody>
                  <a:tcPr marL="68580" marR="68580"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marL="68580" marR="6858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marL="68580" marR="6858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marL="68580" marR="6858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marL="68580" marR="6858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 xmlns:a16="http://schemas.microsoft.com/office/drawing/2014/main" val="10003"/>
                  </a:ext>
                </a:extLst>
              </a:tr>
              <a:tr h="321340">
                <a:tc>
                  <a:txBody>
                    <a:bodyPr/>
                    <a:lstStyle/>
                    <a:p>
                      <a:pPr algn="ctr" latinLnBrk="1"/>
                      <a:endParaRPr lang="ko-KR" altLang="en-US" sz="900" dirty="0">
                        <a:solidFill>
                          <a:schemeClr val="tx1"/>
                        </a:solidFill>
                        <a:latin typeface="+mn-ea"/>
                        <a:ea typeface="+mn-ea"/>
                      </a:endParaRPr>
                    </a:p>
                  </a:txBody>
                  <a:tcPr marL="68580" marR="68580"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marL="68580" marR="6858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marL="68580" marR="6858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marL="68580" marR="6858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marL="68580" marR="6858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 xmlns:a16="http://schemas.microsoft.com/office/drawing/2014/main" val="10004"/>
                  </a:ext>
                </a:extLst>
              </a:tr>
              <a:tr h="321340">
                <a:tc>
                  <a:txBody>
                    <a:bodyPr/>
                    <a:lstStyle/>
                    <a:p>
                      <a:pPr algn="ctr" latinLnBrk="1"/>
                      <a:endParaRPr lang="ko-KR" altLang="en-US" sz="900" dirty="0">
                        <a:solidFill>
                          <a:schemeClr val="tx1"/>
                        </a:solidFill>
                        <a:latin typeface="+mn-ea"/>
                        <a:ea typeface="+mn-ea"/>
                      </a:endParaRPr>
                    </a:p>
                  </a:txBody>
                  <a:tcPr marL="68580" marR="68580"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marL="68580" marR="6858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marL="68580" marR="6858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marL="68580" marR="6858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marL="68580" marR="6858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 xmlns:a16="http://schemas.microsoft.com/office/drawing/2014/main" val="10005"/>
                  </a:ext>
                </a:extLst>
              </a:tr>
              <a:tr h="321340">
                <a:tc>
                  <a:txBody>
                    <a:bodyPr/>
                    <a:lstStyle/>
                    <a:p>
                      <a:pPr algn="ctr" latinLnBrk="1"/>
                      <a:endParaRPr lang="ko-KR" altLang="en-US" sz="900" dirty="0">
                        <a:solidFill>
                          <a:schemeClr val="tx1"/>
                        </a:solidFill>
                        <a:latin typeface="+mn-ea"/>
                        <a:ea typeface="+mn-ea"/>
                      </a:endParaRPr>
                    </a:p>
                  </a:txBody>
                  <a:tcPr marL="68580" marR="68580"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marL="68580" marR="6858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marL="68580" marR="6858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marL="68580" marR="6858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marL="68580" marR="6858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 xmlns:a16="http://schemas.microsoft.com/office/drawing/2014/main" val="10006"/>
                  </a:ext>
                </a:extLst>
              </a:tr>
              <a:tr h="321340">
                <a:tc>
                  <a:txBody>
                    <a:bodyPr/>
                    <a:lstStyle/>
                    <a:p>
                      <a:pPr algn="ctr" latinLnBrk="1"/>
                      <a:endParaRPr lang="ko-KR" altLang="en-US" sz="900" dirty="0">
                        <a:solidFill>
                          <a:schemeClr val="tx1"/>
                        </a:solidFill>
                        <a:latin typeface="+mn-ea"/>
                        <a:ea typeface="+mn-ea"/>
                      </a:endParaRPr>
                    </a:p>
                  </a:txBody>
                  <a:tcPr marL="68580" marR="68580"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marL="68580" marR="6858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marL="68580" marR="6858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marL="68580" marR="6858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marL="68580" marR="6858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 xmlns:a16="http://schemas.microsoft.com/office/drawing/2014/main" val="10014"/>
                  </a:ext>
                </a:extLst>
              </a:tr>
              <a:tr h="321340">
                <a:tc>
                  <a:txBody>
                    <a:bodyPr/>
                    <a:lstStyle/>
                    <a:p>
                      <a:pPr algn="ctr" latinLnBrk="1"/>
                      <a:endParaRPr lang="ko-KR" altLang="en-US" sz="900" dirty="0">
                        <a:solidFill>
                          <a:schemeClr val="tx1"/>
                        </a:solidFill>
                        <a:latin typeface="+mn-ea"/>
                        <a:ea typeface="+mn-ea"/>
                      </a:endParaRPr>
                    </a:p>
                  </a:txBody>
                  <a:tcPr marL="68580" marR="68580"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latinLnBrk="1"/>
                      <a:endParaRPr lang="ko-KR" altLang="en-US" sz="900" dirty="0">
                        <a:solidFill>
                          <a:schemeClr val="tx1"/>
                        </a:solidFill>
                        <a:latin typeface="+mn-ea"/>
                        <a:ea typeface="+mn-ea"/>
                      </a:endParaRPr>
                    </a:p>
                  </a:txBody>
                  <a:tcPr marL="68580" marR="6858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marL="68580" marR="6858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algn="ctr" latinLnBrk="1"/>
                      <a:endParaRPr lang="ko-KR" altLang="en-US" sz="900" dirty="0">
                        <a:solidFill>
                          <a:schemeClr val="tx1"/>
                        </a:solidFill>
                      </a:endParaRPr>
                    </a:p>
                  </a:txBody>
                  <a:tcPr marL="68580" marR="6858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algn="ctr" latinLnBrk="1"/>
                      <a:endParaRPr lang="ko-KR" altLang="en-US" sz="900" dirty="0">
                        <a:solidFill>
                          <a:schemeClr val="tx1"/>
                        </a:solidFill>
                      </a:endParaRPr>
                    </a:p>
                  </a:txBody>
                  <a:tcPr marL="68580" marR="6858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extLst>
                  <a:ext uri="{0D108BD9-81ED-4DB2-BD59-A6C34878D82A}">
                    <a16:rowId xmlns="" xmlns:a16="http://schemas.microsoft.com/office/drawing/2014/main" val="10015"/>
                  </a:ext>
                </a:extLst>
              </a:tr>
            </a:tbl>
          </a:graphicData>
        </a:graphic>
      </p:graphicFrame>
      <p:sp>
        <p:nvSpPr>
          <p:cNvPr id="5" name="TextBox 4">
            <a:extLst>
              <a:ext uri="{FF2B5EF4-FFF2-40B4-BE49-F238E27FC236}">
                <a16:creationId xmlns="" xmlns:a16="http://schemas.microsoft.com/office/drawing/2014/main" id="{90B8312E-970E-458B-87FB-84F7A22C22BA}"/>
              </a:ext>
            </a:extLst>
          </p:cNvPr>
          <p:cNvSpPr txBox="1"/>
          <p:nvPr/>
        </p:nvSpPr>
        <p:spPr>
          <a:xfrm>
            <a:off x="8835189" y="106980"/>
            <a:ext cx="248786" cy="230832"/>
          </a:xfrm>
          <a:prstGeom prst="rect">
            <a:avLst/>
          </a:prstGeom>
          <a:noFill/>
        </p:spPr>
        <p:txBody>
          <a:bodyPr wrap="none" rtlCol="0">
            <a:spAutoFit/>
          </a:bodyPr>
          <a:lstStyle/>
          <a:p>
            <a:fld id="{944918D1-1C8F-48E6-92D4-4089F97E8793}" type="slidenum">
              <a:rPr lang="ko-KR" altLang="en-US" sz="900" smtClean="0">
                <a:solidFill>
                  <a:prstClr val="black"/>
                </a:solidFill>
              </a:rPr>
              <a:pPr/>
              <a:t>2</a:t>
            </a:fld>
            <a:endParaRPr lang="ko-KR" altLang="en-US" sz="900" dirty="0">
              <a:solidFill>
                <a:prstClr val="black"/>
              </a:solidFill>
            </a:endParaRPr>
          </a:p>
        </p:txBody>
      </p:sp>
    </p:spTree>
    <p:extLst>
      <p:ext uri="{BB962C8B-B14F-4D97-AF65-F5344CB8AC3E}">
        <p14:creationId xmlns:p14="http://schemas.microsoft.com/office/powerpoint/2010/main" val="40322208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표 3"/>
          <p:cNvGraphicFramePr>
            <a:graphicFrameLocks noGrp="1"/>
          </p:cNvGraphicFramePr>
          <p:nvPr>
            <p:extLst>
              <p:ext uri="{D42A27DB-BD31-4B8C-83A1-F6EECF244321}">
                <p14:modId xmlns:p14="http://schemas.microsoft.com/office/powerpoint/2010/main" val="701437940"/>
              </p:ext>
            </p:extLst>
          </p:nvPr>
        </p:nvGraphicFramePr>
        <p:xfrm>
          <a:off x="179512" y="260649"/>
          <a:ext cx="8784976" cy="936105"/>
        </p:xfrm>
        <a:graphic>
          <a:graphicData uri="http://schemas.openxmlformats.org/drawingml/2006/table">
            <a:tbl>
              <a:tblPr firstRow="1" bandRow="1">
                <a:tableStyleId>{5C22544A-7EE6-4342-B048-85BDC9FD1C3A}</a:tableStyleId>
              </a:tblPr>
              <a:tblGrid>
                <a:gridCol w="1587181">
                  <a:extLst>
                    <a:ext uri="{9D8B030D-6E8A-4147-A177-3AD203B41FA5}">
                      <a16:colId xmlns="" xmlns:a16="http://schemas.microsoft.com/office/drawing/2014/main" val="20000"/>
                    </a:ext>
                  </a:extLst>
                </a:gridCol>
                <a:gridCol w="1484389">
                  <a:extLst>
                    <a:ext uri="{9D8B030D-6E8A-4147-A177-3AD203B41FA5}">
                      <a16:colId xmlns="" xmlns:a16="http://schemas.microsoft.com/office/drawing/2014/main" val="20001"/>
                    </a:ext>
                  </a:extLst>
                </a:gridCol>
                <a:gridCol w="1233563">
                  <a:extLst>
                    <a:ext uri="{9D8B030D-6E8A-4147-A177-3AD203B41FA5}">
                      <a16:colId xmlns="" xmlns:a16="http://schemas.microsoft.com/office/drawing/2014/main" val="20002"/>
                    </a:ext>
                  </a:extLst>
                </a:gridCol>
                <a:gridCol w="1375446">
                  <a:extLst>
                    <a:ext uri="{9D8B030D-6E8A-4147-A177-3AD203B41FA5}">
                      <a16:colId xmlns="" xmlns:a16="http://schemas.microsoft.com/office/drawing/2014/main" val="20003"/>
                    </a:ext>
                  </a:extLst>
                </a:gridCol>
                <a:gridCol w="1479384">
                  <a:extLst>
                    <a:ext uri="{9D8B030D-6E8A-4147-A177-3AD203B41FA5}">
                      <a16:colId xmlns="" xmlns:a16="http://schemas.microsoft.com/office/drawing/2014/main" val="20004"/>
                    </a:ext>
                  </a:extLst>
                </a:gridCol>
                <a:gridCol w="1625013">
                  <a:extLst>
                    <a:ext uri="{9D8B030D-6E8A-4147-A177-3AD203B41FA5}">
                      <a16:colId xmlns="" xmlns:a16="http://schemas.microsoft.com/office/drawing/2014/main" val="20005"/>
                    </a:ext>
                  </a:extLst>
                </a:gridCol>
              </a:tblGrid>
              <a:tr h="312035">
                <a:tc>
                  <a:txBody>
                    <a:bodyPr/>
                    <a:lstStyle/>
                    <a:p>
                      <a:pPr algn="ctr" latinLnBrk="1"/>
                      <a:r>
                        <a:rPr lang="ko-KR" altLang="en-US" sz="1100" b="1" dirty="0">
                          <a:solidFill>
                            <a:schemeClr val="tx1"/>
                          </a:solidFill>
                        </a:rPr>
                        <a:t>문   서   명</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ko-KR" altLang="en-US" sz="1100" b="0" dirty="0">
                          <a:solidFill>
                            <a:schemeClr val="tx1"/>
                          </a:solidFill>
                        </a:rPr>
                        <a:t>화면 설계도</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100" b="1" dirty="0">
                          <a:solidFill>
                            <a:schemeClr val="tx1"/>
                          </a:solidFill>
                        </a:rPr>
                        <a:t>시  </a:t>
                      </a:r>
                      <a:r>
                        <a:rPr lang="ko-KR" altLang="en-US" sz="1100" b="1" dirty="0" err="1">
                          <a:solidFill>
                            <a:schemeClr val="tx1"/>
                          </a:solidFill>
                        </a:rPr>
                        <a:t>스</a:t>
                      </a:r>
                      <a:r>
                        <a:rPr lang="ko-KR" altLang="en-US" sz="1100" b="1" dirty="0">
                          <a:solidFill>
                            <a:schemeClr val="tx1"/>
                          </a:solidFill>
                        </a:rPr>
                        <a:t>  </a:t>
                      </a:r>
                      <a:r>
                        <a:rPr lang="ko-KR" altLang="en-US" sz="1100" b="1" dirty="0" err="1">
                          <a:solidFill>
                            <a:schemeClr val="tx1"/>
                          </a:solidFill>
                        </a:rPr>
                        <a:t>템</a:t>
                      </a:r>
                      <a:endParaRPr lang="ko-KR" altLang="en-US" sz="11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en-US" altLang="ko-KR" sz="1100" b="0" dirty="0" err="1">
                          <a:solidFill>
                            <a:schemeClr val="tx1"/>
                          </a:solidFill>
                        </a:rPr>
                        <a:t>mavenBoard</a:t>
                      </a:r>
                      <a:endParaRPr lang="ko-KR" altLang="en-US" sz="11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100" b="1" dirty="0">
                          <a:solidFill>
                            <a:schemeClr val="tx1"/>
                          </a:solidFill>
                        </a:rPr>
                        <a:t>작   성   자</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ko-KR" altLang="en-US" sz="1100" b="0" dirty="0" smtClean="0">
                          <a:solidFill>
                            <a:schemeClr val="tx1"/>
                          </a:solidFill>
                        </a:rPr>
                        <a:t>임형진</a:t>
                      </a:r>
                      <a:endParaRPr lang="ko-KR" altLang="en-US" sz="1100" b="0" dirty="0">
                        <a:solidFill>
                          <a:schemeClr val="tx1"/>
                        </a:solidFill>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0"/>
                  </a:ext>
                </a:extLst>
              </a:tr>
              <a:tr h="312035">
                <a:tc>
                  <a:txBody>
                    <a:bodyPr/>
                    <a:lstStyle/>
                    <a:p>
                      <a:pPr algn="ctr" latinLnBrk="1"/>
                      <a:r>
                        <a:rPr lang="ko-KR" altLang="en-US" sz="1100" b="1" dirty="0">
                          <a:solidFill>
                            <a:schemeClr val="tx1"/>
                          </a:solidFill>
                        </a:rPr>
                        <a:t>문 서 번 호</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endParaRPr lang="ko-KR" altLang="en-US" sz="11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100" b="1">
                          <a:solidFill>
                            <a:schemeClr val="tx1"/>
                          </a:solidFill>
                        </a:rPr>
                        <a:t>활       동</a:t>
                      </a:r>
                      <a:endParaRPr lang="ko-KR" altLang="en-US" sz="11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endParaRPr lang="ko-KR" altLang="en-US" sz="11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100" b="1" dirty="0">
                          <a:solidFill>
                            <a:schemeClr val="tx1"/>
                          </a:solidFill>
                        </a:rPr>
                        <a:t>작   성   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en-US" altLang="ko-KR" sz="1100" b="0" dirty="0" smtClean="0">
                          <a:solidFill>
                            <a:schemeClr val="tx1"/>
                          </a:solidFill>
                        </a:rPr>
                        <a:t>2020.01.01</a:t>
                      </a:r>
                      <a:endParaRPr lang="ko-KR" altLang="en-US" sz="1100" b="0" dirty="0">
                        <a:solidFill>
                          <a:schemeClr val="tx1"/>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1"/>
                  </a:ext>
                </a:extLst>
              </a:tr>
              <a:tr h="312035">
                <a:tc>
                  <a:txBody>
                    <a:bodyPr/>
                    <a:lstStyle/>
                    <a:p>
                      <a:pPr algn="ctr" latinLnBrk="1"/>
                      <a:r>
                        <a:rPr lang="ko-KR" altLang="en-US" sz="1100" b="1" dirty="0" err="1">
                          <a:solidFill>
                            <a:schemeClr val="tx1"/>
                          </a:solidFill>
                        </a:rPr>
                        <a:t>버</a:t>
                      </a:r>
                      <a:r>
                        <a:rPr lang="ko-KR" altLang="en-US" sz="1100" b="1" dirty="0">
                          <a:solidFill>
                            <a:schemeClr val="tx1"/>
                          </a:solidFill>
                        </a:rPr>
                        <a:t>         전</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latinLnBrk="1"/>
                      <a:endParaRPr lang="ko-KR" altLang="en-US" sz="11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latinLnBrk="1"/>
                      <a:endParaRPr lang="ko-KR" altLang="en-US" sz="11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latinLnBrk="1"/>
                      <a:endParaRPr lang="ko-KR" altLang="en-US" sz="11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latinLnBrk="1"/>
                      <a:r>
                        <a:rPr lang="ko-KR" altLang="en-US" sz="1100" b="1" dirty="0">
                          <a:solidFill>
                            <a:schemeClr val="tx1"/>
                          </a:solidFill>
                        </a:rPr>
                        <a:t>승   인   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latinLnBrk="1"/>
                      <a:endParaRPr lang="ko-KR" altLang="en-US" sz="1100" b="0" dirty="0">
                        <a:solidFill>
                          <a:schemeClr val="tx1"/>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 xmlns:a16="http://schemas.microsoft.com/office/drawing/2014/main" val="10002"/>
                  </a:ext>
                </a:extLst>
              </a:tr>
            </a:tbl>
          </a:graphicData>
        </a:graphic>
      </p:graphicFrame>
      <p:graphicFrame>
        <p:nvGraphicFramePr>
          <p:cNvPr id="6" name="표 5"/>
          <p:cNvGraphicFramePr>
            <a:graphicFrameLocks noGrp="1"/>
          </p:cNvGraphicFramePr>
          <p:nvPr>
            <p:extLst>
              <p:ext uri="{D42A27DB-BD31-4B8C-83A1-F6EECF244321}">
                <p14:modId xmlns:p14="http://schemas.microsoft.com/office/powerpoint/2010/main" val="1625911671"/>
              </p:ext>
            </p:extLst>
          </p:nvPr>
        </p:nvGraphicFramePr>
        <p:xfrm>
          <a:off x="179513" y="1340768"/>
          <a:ext cx="8784975" cy="5400600"/>
        </p:xfrm>
        <a:graphic>
          <a:graphicData uri="http://schemas.openxmlformats.org/drawingml/2006/table">
            <a:tbl>
              <a:tblPr firstRow="1" bandRow="1">
                <a:tableStyleId>{5C22544A-7EE6-4342-B048-85BDC9FD1C3A}</a:tableStyleId>
              </a:tblPr>
              <a:tblGrid>
                <a:gridCol w="1545221">
                  <a:extLst>
                    <a:ext uri="{9D8B030D-6E8A-4147-A177-3AD203B41FA5}">
                      <a16:colId xmlns="" xmlns:a16="http://schemas.microsoft.com/office/drawing/2014/main" val="20000"/>
                    </a:ext>
                  </a:extLst>
                </a:gridCol>
                <a:gridCol w="2669018">
                  <a:extLst>
                    <a:ext uri="{9D8B030D-6E8A-4147-A177-3AD203B41FA5}">
                      <a16:colId xmlns="" xmlns:a16="http://schemas.microsoft.com/office/drawing/2014/main" val="20001"/>
                    </a:ext>
                  </a:extLst>
                </a:gridCol>
                <a:gridCol w="2194472">
                  <a:extLst>
                    <a:ext uri="{9D8B030D-6E8A-4147-A177-3AD203B41FA5}">
                      <a16:colId xmlns="" xmlns:a16="http://schemas.microsoft.com/office/drawing/2014/main" val="20002"/>
                    </a:ext>
                  </a:extLst>
                </a:gridCol>
                <a:gridCol w="2376264">
                  <a:extLst>
                    <a:ext uri="{9D8B030D-6E8A-4147-A177-3AD203B41FA5}">
                      <a16:colId xmlns="" xmlns:a16="http://schemas.microsoft.com/office/drawing/2014/main" val="20003"/>
                    </a:ext>
                  </a:extLst>
                </a:gridCol>
              </a:tblGrid>
              <a:tr h="288032">
                <a:tc>
                  <a:txBody>
                    <a:bodyPr/>
                    <a:lstStyle/>
                    <a:p>
                      <a:pPr algn="ctr" latinLnBrk="1"/>
                      <a:r>
                        <a:rPr lang="ko-KR" altLang="en-US" sz="1200" b="1" dirty="0">
                          <a:solidFill>
                            <a:schemeClr val="tx1"/>
                          </a:solidFill>
                        </a:rPr>
                        <a:t>단위 업무명</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200" b="1" dirty="0">
                          <a:solidFill>
                            <a:schemeClr val="tx1"/>
                          </a:solidFill>
                        </a:rPr>
                        <a:t>리스트 화면</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200" b="1" dirty="0" err="1">
                          <a:solidFill>
                            <a:schemeClr val="tx1"/>
                          </a:solidFill>
                        </a:rPr>
                        <a:t>화면명</a:t>
                      </a:r>
                      <a:r>
                        <a:rPr lang="en-US" altLang="ko-KR" sz="1200" b="1" dirty="0">
                          <a:solidFill>
                            <a:schemeClr val="tx1"/>
                          </a:solidFill>
                        </a:rPr>
                        <a:t>(ID)</a:t>
                      </a:r>
                      <a:endParaRPr lang="ko-KR" altLang="en-US" sz="1200" b="1"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1200" b="1"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0"/>
                  </a:ext>
                </a:extLst>
              </a:tr>
              <a:tr h="288032">
                <a:tc gridSpan="3">
                  <a:txBody>
                    <a:bodyPr/>
                    <a:lstStyle/>
                    <a:p>
                      <a:pPr algn="ctr" latinLnBrk="1"/>
                      <a:r>
                        <a:rPr lang="ko-KR" altLang="en-US" sz="1200" b="1" dirty="0">
                          <a:solidFill>
                            <a:schemeClr val="tx1"/>
                          </a:solidFill>
                        </a:rPr>
                        <a:t>화면 레이아웃</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hMerge="1">
                  <a:txBody>
                    <a:bodyPr/>
                    <a:lstStyle/>
                    <a:p>
                      <a:pPr latinLnBrk="1"/>
                      <a:endParaRPr lang="ko-KR" altLang="en-US"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hMerge="1">
                  <a:txBody>
                    <a:bodyPr/>
                    <a:lstStyle/>
                    <a:p>
                      <a:pPr latinLnBrk="1"/>
                      <a:endParaRPr lang="ko-KR" altLang="en-US"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200" b="1" dirty="0">
                          <a:solidFill>
                            <a:schemeClr val="tx1"/>
                          </a:solidFill>
                        </a:rPr>
                        <a:t>화면설명</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1"/>
                  </a:ext>
                </a:extLst>
              </a:tr>
              <a:tr h="4824536">
                <a:tc gridSpan="3">
                  <a:txBody>
                    <a:bodyPr/>
                    <a:lstStyle/>
                    <a:p>
                      <a:pPr latinLnBrk="1"/>
                      <a:endParaRPr lang="ko-KR" altLang="en-US"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hMerge="1">
                  <a:txBody>
                    <a:bodyPr/>
                    <a:lstStyle/>
                    <a:p>
                      <a:pPr latinLnBrk="1"/>
                      <a:endParaRPr lang="ko-KR" altLang="en-US"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hMerge="1">
                  <a:txBody>
                    <a:bodyPr/>
                    <a:lstStyle/>
                    <a:p>
                      <a:pPr latinLnBrk="1"/>
                      <a:endParaRPr lang="ko-KR" altLang="en-US"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285750" indent="-285750" latinLnBrk="1">
                        <a:buFont typeface="Arial" pitchFamily="34" charset="0"/>
                        <a:buChar char="•"/>
                      </a:pPr>
                      <a:r>
                        <a:rPr lang="ko-KR" altLang="en-US" sz="1200" dirty="0" smtClean="0">
                          <a:solidFill>
                            <a:schemeClr val="tx1"/>
                          </a:solidFill>
                        </a:rPr>
                        <a:t>머리글 클릭 시 </a:t>
                      </a:r>
                      <a:r>
                        <a:rPr lang="ko-KR" altLang="en-US" sz="1200" dirty="0" err="1" smtClean="0">
                          <a:solidFill>
                            <a:schemeClr val="tx1"/>
                          </a:solidFill>
                        </a:rPr>
                        <a:t>메인화면으로</a:t>
                      </a:r>
                      <a:r>
                        <a:rPr lang="ko-KR" altLang="en-US" sz="1200" dirty="0" smtClean="0">
                          <a:solidFill>
                            <a:schemeClr val="tx1"/>
                          </a:solidFill>
                        </a:rPr>
                        <a:t> 이동</a:t>
                      </a:r>
                      <a:endParaRPr lang="en-US" altLang="ko-KR" sz="1200" dirty="0">
                        <a:solidFill>
                          <a:schemeClr val="tx1"/>
                        </a:solidFill>
                      </a:endParaRPr>
                    </a:p>
                    <a:p>
                      <a:pPr marL="285750" indent="-285750" latinLnBrk="1">
                        <a:buFont typeface="Arial" pitchFamily="34" charset="0"/>
                        <a:buChar char="•"/>
                      </a:pPr>
                      <a:r>
                        <a:rPr lang="ko-KR" altLang="en-US" sz="1200" dirty="0" err="1">
                          <a:solidFill>
                            <a:schemeClr val="tx1"/>
                          </a:solidFill>
                        </a:rPr>
                        <a:t>글번호</a:t>
                      </a:r>
                      <a:r>
                        <a:rPr lang="en-US" altLang="ko-KR" sz="1200" dirty="0">
                          <a:solidFill>
                            <a:schemeClr val="tx1"/>
                          </a:solidFill>
                        </a:rPr>
                        <a:t>,</a:t>
                      </a:r>
                      <a:r>
                        <a:rPr lang="en-US" altLang="ko-KR" sz="1200" baseline="0" dirty="0">
                          <a:solidFill>
                            <a:schemeClr val="tx1"/>
                          </a:solidFill>
                        </a:rPr>
                        <a:t> </a:t>
                      </a:r>
                      <a:r>
                        <a:rPr lang="ko-KR" altLang="en-US" sz="1200" baseline="0" dirty="0">
                          <a:solidFill>
                            <a:schemeClr val="tx1"/>
                          </a:solidFill>
                        </a:rPr>
                        <a:t>제목</a:t>
                      </a:r>
                      <a:r>
                        <a:rPr lang="en-US" altLang="ko-KR" sz="1200" baseline="0" dirty="0">
                          <a:solidFill>
                            <a:schemeClr val="tx1"/>
                          </a:solidFill>
                        </a:rPr>
                        <a:t>, </a:t>
                      </a:r>
                      <a:r>
                        <a:rPr lang="ko-KR" altLang="en-US" sz="1200" baseline="0" dirty="0">
                          <a:solidFill>
                            <a:schemeClr val="tx1"/>
                          </a:solidFill>
                        </a:rPr>
                        <a:t>작성자</a:t>
                      </a:r>
                      <a:r>
                        <a:rPr lang="en-US" altLang="ko-KR" sz="1200" baseline="0" dirty="0">
                          <a:solidFill>
                            <a:schemeClr val="tx1"/>
                          </a:solidFill>
                        </a:rPr>
                        <a:t>, </a:t>
                      </a:r>
                      <a:r>
                        <a:rPr lang="ko-KR" altLang="en-US" sz="1200" baseline="0" dirty="0">
                          <a:solidFill>
                            <a:schemeClr val="tx1"/>
                          </a:solidFill>
                        </a:rPr>
                        <a:t>등록일 화면에 출력</a:t>
                      </a:r>
                      <a:endParaRPr lang="en-US" altLang="ko-KR" sz="1200" dirty="0">
                        <a:solidFill>
                          <a:schemeClr val="tx1"/>
                        </a:solidFill>
                      </a:endParaRPr>
                    </a:p>
                    <a:p>
                      <a:pPr marL="285750" indent="-285750" latinLnBrk="1">
                        <a:buFont typeface="Arial" pitchFamily="34" charset="0"/>
                        <a:buChar char="•"/>
                      </a:pPr>
                      <a:r>
                        <a:rPr lang="ko-KR" altLang="en-US" sz="1200" dirty="0">
                          <a:solidFill>
                            <a:schemeClr val="tx1"/>
                          </a:solidFill>
                        </a:rPr>
                        <a:t>글쓰기 클릭 시 작성</a:t>
                      </a:r>
                      <a:r>
                        <a:rPr lang="ko-KR" altLang="en-US" sz="1200" baseline="0" dirty="0">
                          <a:solidFill>
                            <a:schemeClr val="tx1"/>
                          </a:solidFill>
                        </a:rPr>
                        <a:t> 페이지로 이동</a:t>
                      </a:r>
                      <a:endParaRPr lang="en-US" altLang="ko-KR" sz="1200" baseline="0" dirty="0">
                        <a:solidFill>
                          <a:schemeClr val="tx1"/>
                        </a:solidFill>
                      </a:endParaRPr>
                    </a:p>
                    <a:p>
                      <a:pPr marL="285750" indent="-285750" latinLnBrk="1">
                        <a:buFont typeface="Arial" pitchFamily="34" charset="0"/>
                        <a:buChar char="•"/>
                      </a:pPr>
                      <a:r>
                        <a:rPr lang="ko-KR" altLang="en-US" sz="1200" baseline="0" dirty="0">
                          <a:solidFill>
                            <a:schemeClr val="tx1"/>
                          </a:solidFill>
                        </a:rPr>
                        <a:t>제목 클릭 시 상세보기 화면으로 이동</a:t>
                      </a:r>
                      <a:endParaRPr lang="en-US" altLang="ko-KR" sz="1200" baseline="0" dirty="0">
                        <a:solidFill>
                          <a:schemeClr val="tx1"/>
                        </a:solidFill>
                      </a:endParaRPr>
                    </a:p>
                    <a:p>
                      <a:pPr marL="285750" indent="-285750" latinLnBrk="1">
                        <a:buFont typeface="Arial" pitchFamily="34" charset="0"/>
                        <a:buChar char="•"/>
                      </a:pPr>
                      <a:r>
                        <a:rPr lang="ko-KR" altLang="en-US" sz="1200" baseline="0" dirty="0">
                          <a:solidFill>
                            <a:schemeClr val="tx1"/>
                          </a:solidFill>
                        </a:rPr>
                        <a:t>검색조건 </a:t>
                      </a:r>
                      <a:r>
                        <a:rPr lang="en-US" altLang="ko-KR" sz="1200" baseline="0" dirty="0">
                          <a:solidFill>
                            <a:schemeClr val="tx1"/>
                          </a:solidFill>
                        </a:rPr>
                        <a:t>: </a:t>
                      </a:r>
                      <a:r>
                        <a:rPr lang="ko-KR" altLang="en-US" sz="1200" baseline="0" dirty="0">
                          <a:solidFill>
                            <a:schemeClr val="tx1"/>
                          </a:solidFill>
                        </a:rPr>
                        <a:t>제목</a:t>
                      </a:r>
                      <a:r>
                        <a:rPr lang="en-US" altLang="ko-KR" sz="1200" baseline="0" dirty="0">
                          <a:solidFill>
                            <a:schemeClr val="tx1"/>
                          </a:solidFill>
                        </a:rPr>
                        <a:t>, </a:t>
                      </a:r>
                      <a:r>
                        <a:rPr lang="ko-KR" altLang="en-US" sz="1200" baseline="0" dirty="0">
                          <a:solidFill>
                            <a:schemeClr val="tx1"/>
                          </a:solidFill>
                        </a:rPr>
                        <a:t>작성자</a:t>
                      </a:r>
                      <a:endParaRPr lang="en-US" altLang="ko-KR" sz="1200" baseline="0" dirty="0">
                        <a:solidFill>
                          <a:schemeClr val="tx1"/>
                        </a:solidFill>
                      </a:endParaRPr>
                    </a:p>
                    <a:p>
                      <a:pPr marL="285750" indent="-285750" latinLnBrk="1">
                        <a:buFont typeface="Arial" pitchFamily="34" charset="0"/>
                        <a:buChar char="•"/>
                      </a:pPr>
                      <a:r>
                        <a:rPr lang="ko-KR" altLang="en-US" sz="1200" baseline="0" dirty="0" err="1">
                          <a:solidFill>
                            <a:schemeClr val="tx1"/>
                          </a:solidFill>
                        </a:rPr>
                        <a:t>페이징</a:t>
                      </a:r>
                      <a:r>
                        <a:rPr lang="ko-KR" altLang="en-US" sz="1200" baseline="0" dirty="0">
                          <a:solidFill>
                            <a:schemeClr val="tx1"/>
                          </a:solidFill>
                        </a:rPr>
                        <a:t> 처리 </a:t>
                      </a:r>
                      <a:endParaRPr lang="en-US" altLang="ko-KR" sz="1200" baseline="0"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2"/>
                  </a:ext>
                </a:extLst>
              </a:tr>
            </a:tbl>
          </a:graphicData>
        </a:graphic>
      </p:graphicFrame>
      <p:pic>
        <p:nvPicPr>
          <p:cNvPr id="1026" name="Picture 2" descr="C:\Users\BIL\Desktop\mavenboard 캡처본\캡처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2234952"/>
            <a:ext cx="5942924" cy="37143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72182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표 3"/>
          <p:cNvGraphicFramePr>
            <a:graphicFrameLocks noGrp="1"/>
          </p:cNvGraphicFramePr>
          <p:nvPr>
            <p:extLst>
              <p:ext uri="{D42A27DB-BD31-4B8C-83A1-F6EECF244321}">
                <p14:modId xmlns:p14="http://schemas.microsoft.com/office/powerpoint/2010/main" val="2908903787"/>
              </p:ext>
            </p:extLst>
          </p:nvPr>
        </p:nvGraphicFramePr>
        <p:xfrm>
          <a:off x="179512" y="260649"/>
          <a:ext cx="8784976" cy="936105"/>
        </p:xfrm>
        <a:graphic>
          <a:graphicData uri="http://schemas.openxmlformats.org/drawingml/2006/table">
            <a:tbl>
              <a:tblPr firstRow="1" bandRow="1">
                <a:tableStyleId>{5C22544A-7EE6-4342-B048-85BDC9FD1C3A}</a:tableStyleId>
              </a:tblPr>
              <a:tblGrid>
                <a:gridCol w="1587181">
                  <a:extLst>
                    <a:ext uri="{9D8B030D-6E8A-4147-A177-3AD203B41FA5}">
                      <a16:colId xmlns="" xmlns:a16="http://schemas.microsoft.com/office/drawing/2014/main" val="20000"/>
                    </a:ext>
                  </a:extLst>
                </a:gridCol>
                <a:gridCol w="1484389">
                  <a:extLst>
                    <a:ext uri="{9D8B030D-6E8A-4147-A177-3AD203B41FA5}">
                      <a16:colId xmlns="" xmlns:a16="http://schemas.microsoft.com/office/drawing/2014/main" val="20001"/>
                    </a:ext>
                  </a:extLst>
                </a:gridCol>
                <a:gridCol w="1233563">
                  <a:extLst>
                    <a:ext uri="{9D8B030D-6E8A-4147-A177-3AD203B41FA5}">
                      <a16:colId xmlns="" xmlns:a16="http://schemas.microsoft.com/office/drawing/2014/main" val="20002"/>
                    </a:ext>
                  </a:extLst>
                </a:gridCol>
                <a:gridCol w="1375446">
                  <a:extLst>
                    <a:ext uri="{9D8B030D-6E8A-4147-A177-3AD203B41FA5}">
                      <a16:colId xmlns="" xmlns:a16="http://schemas.microsoft.com/office/drawing/2014/main" val="20003"/>
                    </a:ext>
                  </a:extLst>
                </a:gridCol>
                <a:gridCol w="1479384">
                  <a:extLst>
                    <a:ext uri="{9D8B030D-6E8A-4147-A177-3AD203B41FA5}">
                      <a16:colId xmlns="" xmlns:a16="http://schemas.microsoft.com/office/drawing/2014/main" val="20004"/>
                    </a:ext>
                  </a:extLst>
                </a:gridCol>
                <a:gridCol w="1625013">
                  <a:extLst>
                    <a:ext uri="{9D8B030D-6E8A-4147-A177-3AD203B41FA5}">
                      <a16:colId xmlns="" xmlns:a16="http://schemas.microsoft.com/office/drawing/2014/main" val="20005"/>
                    </a:ext>
                  </a:extLst>
                </a:gridCol>
              </a:tblGrid>
              <a:tr h="312035">
                <a:tc>
                  <a:txBody>
                    <a:bodyPr/>
                    <a:lstStyle/>
                    <a:p>
                      <a:pPr algn="ctr" latinLnBrk="1"/>
                      <a:r>
                        <a:rPr lang="ko-KR" altLang="en-US" sz="1100" b="1" dirty="0">
                          <a:solidFill>
                            <a:schemeClr val="tx1"/>
                          </a:solidFill>
                        </a:rPr>
                        <a:t>문   서   명</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ko-KR" altLang="en-US" sz="1100" b="0" dirty="0">
                          <a:solidFill>
                            <a:schemeClr val="tx1"/>
                          </a:solidFill>
                        </a:rPr>
                        <a:t>화면 설계도</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100" b="1" dirty="0">
                          <a:solidFill>
                            <a:schemeClr val="tx1"/>
                          </a:solidFill>
                        </a:rPr>
                        <a:t>시  </a:t>
                      </a:r>
                      <a:r>
                        <a:rPr lang="ko-KR" altLang="en-US" sz="1100" b="1" dirty="0" err="1">
                          <a:solidFill>
                            <a:schemeClr val="tx1"/>
                          </a:solidFill>
                        </a:rPr>
                        <a:t>스</a:t>
                      </a:r>
                      <a:r>
                        <a:rPr lang="ko-KR" altLang="en-US" sz="1100" b="1" dirty="0">
                          <a:solidFill>
                            <a:schemeClr val="tx1"/>
                          </a:solidFill>
                        </a:rPr>
                        <a:t>  </a:t>
                      </a:r>
                      <a:r>
                        <a:rPr lang="ko-KR" altLang="en-US" sz="1100" b="1" dirty="0" err="1">
                          <a:solidFill>
                            <a:schemeClr val="tx1"/>
                          </a:solidFill>
                        </a:rPr>
                        <a:t>템</a:t>
                      </a:r>
                      <a:endParaRPr lang="ko-KR" altLang="en-US" sz="11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en-US" altLang="ko-KR" sz="1100" b="0" dirty="0" err="1">
                          <a:solidFill>
                            <a:schemeClr val="tx1"/>
                          </a:solidFill>
                        </a:rPr>
                        <a:t>mavenBoard</a:t>
                      </a:r>
                      <a:endParaRPr lang="ko-KR" altLang="en-US" sz="11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100" b="1" dirty="0">
                          <a:solidFill>
                            <a:schemeClr val="tx1"/>
                          </a:solidFill>
                        </a:rPr>
                        <a:t>작   성   자</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ko-KR" altLang="en-US" sz="1100" b="0" dirty="0" smtClean="0">
                          <a:solidFill>
                            <a:schemeClr val="tx1"/>
                          </a:solidFill>
                        </a:rPr>
                        <a:t>임형진</a:t>
                      </a:r>
                      <a:endParaRPr lang="ko-KR" altLang="en-US" sz="1100" b="0" dirty="0">
                        <a:solidFill>
                          <a:schemeClr val="tx1"/>
                        </a:solidFill>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0"/>
                  </a:ext>
                </a:extLst>
              </a:tr>
              <a:tr h="312035">
                <a:tc>
                  <a:txBody>
                    <a:bodyPr/>
                    <a:lstStyle/>
                    <a:p>
                      <a:pPr algn="ctr" latinLnBrk="1"/>
                      <a:r>
                        <a:rPr lang="ko-KR" altLang="en-US" sz="1100" b="1" dirty="0">
                          <a:solidFill>
                            <a:schemeClr val="tx1"/>
                          </a:solidFill>
                        </a:rPr>
                        <a:t>문 서 번 호</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endParaRPr lang="ko-KR" altLang="en-US" sz="11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100" b="1">
                          <a:solidFill>
                            <a:schemeClr val="tx1"/>
                          </a:solidFill>
                        </a:rPr>
                        <a:t>활       동</a:t>
                      </a:r>
                      <a:endParaRPr lang="ko-KR" altLang="en-US" sz="11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endParaRPr lang="ko-KR" altLang="en-US" sz="11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100" b="1" dirty="0">
                          <a:solidFill>
                            <a:schemeClr val="tx1"/>
                          </a:solidFill>
                        </a:rPr>
                        <a:t>작   성   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en-US" altLang="ko-KR" sz="1100" b="0" dirty="0" smtClean="0">
                          <a:solidFill>
                            <a:schemeClr val="tx1"/>
                          </a:solidFill>
                        </a:rPr>
                        <a:t>2020.01.01</a:t>
                      </a:r>
                      <a:endParaRPr lang="ko-KR" altLang="en-US" sz="1100" b="0" dirty="0">
                        <a:solidFill>
                          <a:schemeClr val="tx1"/>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1"/>
                  </a:ext>
                </a:extLst>
              </a:tr>
              <a:tr h="312035">
                <a:tc>
                  <a:txBody>
                    <a:bodyPr/>
                    <a:lstStyle/>
                    <a:p>
                      <a:pPr algn="ctr" latinLnBrk="1"/>
                      <a:r>
                        <a:rPr lang="ko-KR" altLang="en-US" sz="1100" b="1" dirty="0" err="1">
                          <a:solidFill>
                            <a:schemeClr val="tx1"/>
                          </a:solidFill>
                        </a:rPr>
                        <a:t>버</a:t>
                      </a:r>
                      <a:r>
                        <a:rPr lang="ko-KR" altLang="en-US" sz="1100" b="1" dirty="0">
                          <a:solidFill>
                            <a:schemeClr val="tx1"/>
                          </a:solidFill>
                        </a:rPr>
                        <a:t>         전</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latinLnBrk="1"/>
                      <a:endParaRPr lang="ko-KR" altLang="en-US" sz="11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latinLnBrk="1"/>
                      <a:endParaRPr lang="ko-KR" altLang="en-US" sz="11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latinLnBrk="1"/>
                      <a:endParaRPr lang="ko-KR" altLang="en-US" sz="11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latinLnBrk="1"/>
                      <a:r>
                        <a:rPr lang="ko-KR" altLang="en-US" sz="1100" b="1" dirty="0">
                          <a:solidFill>
                            <a:schemeClr val="tx1"/>
                          </a:solidFill>
                        </a:rPr>
                        <a:t>승   인   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latinLnBrk="1"/>
                      <a:endParaRPr lang="ko-KR" altLang="en-US" sz="1100" b="0" dirty="0">
                        <a:solidFill>
                          <a:schemeClr val="tx1"/>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 xmlns:a16="http://schemas.microsoft.com/office/drawing/2014/main" val="10002"/>
                  </a:ext>
                </a:extLst>
              </a:tr>
            </a:tbl>
          </a:graphicData>
        </a:graphic>
      </p:graphicFrame>
      <p:graphicFrame>
        <p:nvGraphicFramePr>
          <p:cNvPr id="6" name="표 5"/>
          <p:cNvGraphicFramePr>
            <a:graphicFrameLocks noGrp="1"/>
          </p:cNvGraphicFramePr>
          <p:nvPr>
            <p:extLst>
              <p:ext uri="{D42A27DB-BD31-4B8C-83A1-F6EECF244321}">
                <p14:modId xmlns:p14="http://schemas.microsoft.com/office/powerpoint/2010/main" val="2287382708"/>
              </p:ext>
            </p:extLst>
          </p:nvPr>
        </p:nvGraphicFramePr>
        <p:xfrm>
          <a:off x="179513" y="1340768"/>
          <a:ext cx="8784975" cy="5400600"/>
        </p:xfrm>
        <a:graphic>
          <a:graphicData uri="http://schemas.openxmlformats.org/drawingml/2006/table">
            <a:tbl>
              <a:tblPr firstRow="1" bandRow="1">
                <a:tableStyleId>{5C22544A-7EE6-4342-B048-85BDC9FD1C3A}</a:tableStyleId>
              </a:tblPr>
              <a:tblGrid>
                <a:gridCol w="1545221">
                  <a:extLst>
                    <a:ext uri="{9D8B030D-6E8A-4147-A177-3AD203B41FA5}">
                      <a16:colId xmlns="" xmlns:a16="http://schemas.microsoft.com/office/drawing/2014/main" val="20000"/>
                    </a:ext>
                  </a:extLst>
                </a:gridCol>
                <a:gridCol w="2669018">
                  <a:extLst>
                    <a:ext uri="{9D8B030D-6E8A-4147-A177-3AD203B41FA5}">
                      <a16:colId xmlns="" xmlns:a16="http://schemas.microsoft.com/office/drawing/2014/main" val="20001"/>
                    </a:ext>
                  </a:extLst>
                </a:gridCol>
                <a:gridCol w="2194472">
                  <a:extLst>
                    <a:ext uri="{9D8B030D-6E8A-4147-A177-3AD203B41FA5}">
                      <a16:colId xmlns="" xmlns:a16="http://schemas.microsoft.com/office/drawing/2014/main" val="20002"/>
                    </a:ext>
                  </a:extLst>
                </a:gridCol>
                <a:gridCol w="2376264">
                  <a:extLst>
                    <a:ext uri="{9D8B030D-6E8A-4147-A177-3AD203B41FA5}">
                      <a16:colId xmlns="" xmlns:a16="http://schemas.microsoft.com/office/drawing/2014/main" val="20003"/>
                    </a:ext>
                  </a:extLst>
                </a:gridCol>
              </a:tblGrid>
              <a:tr h="288032">
                <a:tc>
                  <a:txBody>
                    <a:bodyPr/>
                    <a:lstStyle/>
                    <a:p>
                      <a:pPr algn="ctr" latinLnBrk="1"/>
                      <a:r>
                        <a:rPr lang="ko-KR" altLang="en-US" sz="1200" b="1" dirty="0">
                          <a:solidFill>
                            <a:schemeClr val="tx1"/>
                          </a:solidFill>
                        </a:rPr>
                        <a:t>단위 업무명</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200" b="1" dirty="0">
                          <a:solidFill>
                            <a:schemeClr val="tx1"/>
                          </a:solidFill>
                        </a:rPr>
                        <a:t>글쓰기 화면</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200" b="1" dirty="0" err="1">
                          <a:solidFill>
                            <a:schemeClr val="tx1"/>
                          </a:solidFill>
                        </a:rPr>
                        <a:t>화면명</a:t>
                      </a:r>
                      <a:r>
                        <a:rPr lang="en-US" altLang="ko-KR" sz="1200" b="1" dirty="0">
                          <a:solidFill>
                            <a:schemeClr val="tx1"/>
                          </a:solidFill>
                        </a:rPr>
                        <a:t>(ID)</a:t>
                      </a:r>
                      <a:endParaRPr lang="ko-KR" altLang="en-US" sz="1200" b="1"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1200" b="1"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0"/>
                  </a:ext>
                </a:extLst>
              </a:tr>
              <a:tr h="288032">
                <a:tc gridSpan="3">
                  <a:txBody>
                    <a:bodyPr/>
                    <a:lstStyle/>
                    <a:p>
                      <a:pPr algn="ctr" latinLnBrk="1"/>
                      <a:r>
                        <a:rPr lang="ko-KR" altLang="en-US" sz="1200" b="1" dirty="0">
                          <a:solidFill>
                            <a:schemeClr val="tx1"/>
                          </a:solidFill>
                        </a:rPr>
                        <a:t>화면 레이아웃</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hMerge="1">
                  <a:txBody>
                    <a:bodyPr/>
                    <a:lstStyle/>
                    <a:p>
                      <a:pPr latinLnBrk="1"/>
                      <a:endParaRPr lang="ko-KR" altLang="en-US"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hMerge="1">
                  <a:txBody>
                    <a:bodyPr/>
                    <a:lstStyle/>
                    <a:p>
                      <a:pPr latinLnBrk="1"/>
                      <a:endParaRPr lang="ko-KR" altLang="en-US"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200" b="1" dirty="0">
                          <a:solidFill>
                            <a:schemeClr val="tx1"/>
                          </a:solidFill>
                        </a:rPr>
                        <a:t>화면설명</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1"/>
                  </a:ext>
                </a:extLst>
              </a:tr>
              <a:tr h="4824536">
                <a:tc gridSpan="3">
                  <a:txBody>
                    <a:bodyPr/>
                    <a:lstStyle/>
                    <a:p>
                      <a:pPr latinLnBrk="1"/>
                      <a:endParaRPr lang="ko-KR" altLang="en-US"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hMerge="1">
                  <a:txBody>
                    <a:bodyPr/>
                    <a:lstStyle/>
                    <a:p>
                      <a:pPr latinLnBrk="1"/>
                      <a:endParaRPr lang="ko-KR" altLang="en-US"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hMerge="1">
                  <a:txBody>
                    <a:bodyPr/>
                    <a:lstStyle/>
                    <a:p>
                      <a:pPr latinLnBrk="1"/>
                      <a:endParaRPr lang="ko-KR" altLang="en-US"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285750" indent="-285750" latinLnBrk="1">
                        <a:buFont typeface="Arial" pitchFamily="34" charset="0"/>
                        <a:buChar char="•"/>
                      </a:pPr>
                      <a:r>
                        <a:rPr lang="ko-KR" altLang="en-US" sz="1200" dirty="0">
                          <a:solidFill>
                            <a:schemeClr val="tx1"/>
                          </a:solidFill>
                        </a:rPr>
                        <a:t>리스트로 클릭</a:t>
                      </a:r>
                      <a:r>
                        <a:rPr lang="ko-KR" altLang="en-US" sz="1200" baseline="0" dirty="0">
                          <a:solidFill>
                            <a:schemeClr val="tx1"/>
                          </a:solidFill>
                        </a:rPr>
                        <a:t> 시 리스트 화면으로 이동</a:t>
                      </a:r>
                      <a:endParaRPr lang="en-US" altLang="ko-KR" sz="1200" baseline="0" dirty="0">
                        <a:solidFill>
                          <a:schemeClr val="tx1"/>
                        </a:solidFill>
                      </a:endParaRPr>
                    </a:p>
                    <a:p>
                      <a:pPr marL="285750" indent="-285750" latinLnBrk="1">
                        <a:buFont typeface="Arial" pitchFamily="34" charset="0"/>
                        <a:buChar char="•"/>
                      </a:pPr>
                      <a:r>
                        <a:rPr lang="ko-KR" altLang="en-US" sz="1200" baseline="0" dirty="0">
                          <a:solidFill>
                            <a:schemeClr val="tx1"/>
                          </a:solidFill>
                        </a:rPr>
                        <a:t>글쓰기 클릭 시 저장 후 작성한글 상세보기 화면으로 이동</a:t>
                      </a:r>
                      <a:endParaRPr lang="en-US" altLang="ko-KR" sz="1200" baseline="0" dirty="0">
                        <a:solidFill>
                          <a:schemeClr val="tx1"/>
                        </a:solidFill>
                      </a:endParaRPr>
                    </a:p>
                    <a:p>
                      <a:pPr marL="285750" indent="-285750" latinLnBrk="1">
                        <a:buFont typeface="Arial" pitchFamily="34" charset="0"/>
                        <a:buChar char="•"/>
                      </a:pPr>
                      <a:r>
                        <a:rPr lang="ko-KR" altLang="en-US" sz="1200" baseline="0" dirty="0" err="1">
                          <a:solidFill>
                            <a:schemeClr val="tx1"/>
                          </a:solidFill>
                        </a:rPr>
                        <a:t>다시쓰기</a:t>
                      </a:r>
                      <a:r>
                        <a:rPr lang="ko-KR" altLang="en-US" sz="1200" baseline="0" dirty="0">
                          <a:solidFill>
                            <a:schemeClr val="tx1"/>
                          </a:solidFill>
                        </a:rPr>
                        <a:t> 버튼 클릭 시 작성한 내용 모두 삭제 </a:t>
                      </a:r>
                      <a:r>
                        <a:rPr lang="en-US" altLang="ko-KR" sz="1200" baseline="0" dirty="0">
                          <a:solidFill>
                            <a:schemeClr val="tx1"/>
                          </a:solidFill>
                        </a:rPr>
                        <a:t>(</a:t>
                      </a:r>
                      <a:r>
                        <a:rPr lang="ko-KR" altLang="en-US" sz="1200" baseline="0" dirty="0">
                          <a:solidFill>
                            <a:schemeClr val="tx1"/>
                          </a:solidFill>
                        </a:rPr>
                        <a:t>페이지 이동 </a:t>
                      </a:r>
                      <a:r>
                        <a:rPr lang="en-US" altLang="ko-KR" sz="1200" baseline="0" dirty="0">
                          <a:solidFill>
                            <a:schemeClr val="tx1"/>
                          </a:solidFill>
                        </a:rPr>
                        <a:t>X )</a:t>
                      </a:r>
                    </a:p>
                    <a:p>
                      <a:pPr marL="285750" indent="-285750" latinLnBrk="1">
                        <a:buFont typeface="Arial" pitchFamily="34" charset="0"/>
                        <a:buChar char="•"/>
                      </a:pPr>
                      <a:r>
                        <a:rPr lang="ko-KR" altLang="en-US" sz="1200" baseline="0" dirty="0">
                          <a:solidFill>
                            <a:schemeClr val="tx1"/>
                          </a:solidFill>
                        </a:rPr>
                        <a:t>취소 클릭 시 </a:t>
                      </a:r>
                      <a:r>
                        <a:rPr lang="en-US" altLang="ko-KR" sz="1200" baseline="0" dirty="0">
                          <a:solidFill>
                            <a:schemeClr val="tx1"/>
                          </a:solidFill>
                        </a:rPr>
                        <a:t>conform</a:t>
                      </a:r>
                      <a:r>
                        <a:rPr lang="ko-KR" altLang="en-US" sz="1200" baseline="0" dirty="0">
                          <a:solidFill>
                            <a:schemeClr val="tx1"/>
                          </a:solidFill>
                        </a:rPr>
                        <a:t>창 을 통하여 취소 여부 확인 및 취소 선택 시 메인 페이지로 이동 </a:t>
                      </a:r>
                      <a:endParaRPr lang="en-US" altLang="ko-KR" sz="1200"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2"/>
                  </a:ext>
                </a:extLst>
              </a:tr>
            </a:tbl>
          </a:graphicData>
        </a:graphic>
      </p:graphicFrame>
      <p:pic>
        <p:nvPicPr>
          <p:cNvPr id="2" name="Picture 2" descr="C:\Users\BIL\Desktop\mavenboard 캡처본\캡처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2132856"/>
            <a:ext cx="5534989" cy="42484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43478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표 3"/>
          <p:cNvGraphicFramePr>
            <a:graphicFrameLocks noGrp="1"/>
          </p:cNvGraphicFramePr>
          <p:nvPr>
            <p:extLst>
              <p:ext uri="{D42A27DB-BD31-4B8C-83A1-F6EECF244321}">
                <p14:modId xmlns:p14="http://schemas.microsoft.com/office/powerpoint/2010/main" val="2212601041"/>
              </p:ext>
            </p:extLst>
          </p:nvPr>
        </p:nvGraphicFramePr>
        <p:xfrm>
          <a:off x="179512" y="260649"/>
          <a:ext cx="8784976" cy="936105"/>
        </p:xfrm>
        <a:graphic>
          <a:graphicData uri="http://schemas.openxmlformats.org/drawingml/2006/table">
            <a:tbl>
              <a:tblPr firstRow="1" bandRow="1">
                <a:tableStyleId>{5C22544A-7EE6-4342-B048-85BDC9FD1C3A}</a:tableStyleId>
              </a:tblPr>
              <a:tblGrid>
                <a:gridCol w="1587181">
                  <a:extLst>
                    <a:ext uri="{9D8B030D-6E8A-4147-A177-3AD203B41FA5}">
                      <a16:colId xmlns="" xmlns:a16="http://schemas.microsoft.com/office/drawing/2014/main" val="20000"/>
                    </a:ext>
                  </a:extLst>
                </a:gridCol>
                <a:gridCol w="1484389">
                  <a:extLst>
                    <a:ext uri="{9D8B030D-6E8A-4147-A177-3AD203B41FA5}">
                      <a16:colId xmlns="" xmlns:a16="http://schemas.microsoft.com/office/drawing/2014/main" val="20001"/>
                    </a:ext>
                  </a:extLst>
                </a:gridCol>
                <a:gridCol w="1233563">
                  <a:extLst>
                    <a:ext uri="{9D8B030D-6E8A-4147-A177-3AD203B41FA5}">
                      <a16:colId xmlns="" xmlns:a16="http://schemas.microsoft.com/office/drawing/2014/main" val="20002"/>
                    </a:ext>
                  </a:extLst>
                </a:gridCol>
                <a:gridCol w="1375446">
                  <a:extLst>
                    <a:ext uri="{9D8B030D-6E8A-4147-A177-3AD203B41FA5}">
                      <a16:colId xmlns="" xmlns:a16="http://schemas.microsoft.com/office/drawing/2014/main" val="20003"/>
                    </a:ext>
                  </a:extLst>
                </a:gridCol>
                <a:gridCol w="1479384">
                  <a:extLst>
                    <a:ext uri="{9D8B030D-6E8A-4147-A177-3AD203B41FA5}">
                      <a16:colId xmlns="" xmlns:a16="http://schemas.microsoft.com/office/drawing/2014/main" val="20004"/>
                    </a:ext>
                  </a:extLst>
                </a:gridCol>
                <a:gridCol w="1625013">
                  <a:extLst>
                    <a:ext uri="{9D8B030D-6E8A-4147-A177-3AD203B41FA5}">
                      <a16:colId xmlns="" xmlns:a16="http://schemas.microsoft.com/office/drawing/2014/main" val="20005"/>
                    </a:ext>
                  </a:extLst>
                </a:gridCol>
              </a:tblGrid>
              <a:tr h="312035">
                <a:tc>
                  <a:txBody>
                    <a:bodyPr/>
                    <a:lstStyle/>
                    <a:p>
                      <a:pPr algn="ctr" latinLnBrk="1"/>
                      <a:r>
                        <a:rPr lang="ko-KR" altLang="en-US" sz="1100" b="1" dirty="0">
                          <a:solidFill>
                            <a:schemeClr val="tx1"/>
                          </a:solidFill>
                        </a:rPr>
                        <a:t>문   서   명</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ko-KR" altLang="en-US" sz="1100" b="0" dirty="0">
                          <a:solidFill>
                            <a:schemeClr val="tx1"/>
                          </a:solidFill>
                        </a:rPr>
                        <a:t>화면 설계도</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100" b="1" dirty="0">
                          <a:solidFill>
                            <a:schemeClr val="tx1"/>
                          </a:solidFill>
                        </a:rPr>
                        <a:t>시  </a:t>
                      </a:r>
                      <a:r>
                        <a:rPr lang="ko-KR" altLang="en-US" sz="1100" b="1" dirty="0" err="1">
                          <a:solidFill>
                            <a:schemeClr val="tx1"/>
                          </a:solidFill>
                        </a:rPr>
                        <a:t>스</a:t>
                      </a:r>
                      <a:r>
                        <a:rPr lang="ko-KR" altLang="en-US" sz="1100" b="1" dirty="0">
                          <a:solidFill>
                            <a:schemeClr val="tx1"/>
                          </a:solidFill>
                        </a:rPr>
                        <a:t>  </a:t>
                      </a:r>
                      <a:r>
                        <a:rPr lang="ko-KR" altLang="en-US" sz="1100" b="1" dirty="0" err="1">
                          <a:solidFill>
                            <a:schemeClr val="tx1"/>
                          </a:solidFill>
                        </a:rPr>
                        <a:t>템</a:t>
                      </a:r>
                      <a:endParaRPr lang="ko-KR" altLang="en-US" sz="11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en-US" altLang="ko-KR" sz="1100" b="0" dirty="0" err="1">
                          <a:solidFill>
                            <a:schemeClr val="tx1"/>
                          </a:solidFill>
                        </a:rPr>
                        <a:t>mavenBoard</a:t>
                      </a:r>
                      <a:endParaRPr lang="ko-KR" altLang="en-US" sz="11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100" b="1" dirty="0">
                          <a:solidFill>
                            <a:schemeClr val="tx1"/>
                          </a:solidFill>
                        </a:rPr>
                        <a:t>작   성   자</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ko-KR" altLang="en-US" sz="1100" b="0" dirty="0" smtClean="0">
                          <a:solidFill>
                            <a:schemeClr val="tx1"/>
                          </a:solidFill>
                        </a:rPr>
                        <a:t>임형진</a:t>
                      </a:r>
                      <a:endParaRPr lang="ko-KR" altLang="en-US" sz="1100" b="0" dirty="0">
                        <a:solidFill>
                          <a:schemeClr val="tx1"/>
                        </a:solidFill>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0"/>
                  </a:ext>
                </a:extLst>
              </a:tr>
              <a:tr h="312035">
                <a:tc>
                  <a:txBody>
                    <a:bodyPr/>
                    <a:lstStyle/>
                    <a:p>
                      <a:pPr algn="ctr" latinLnBrk="1"/>
                      <a:r>
                        <a:rPr lang="ko-KR" altLang="en-US" sz="1100" b="1" dirty="0">
                          <a:solidFill>
                            <a:schemeClr val="tx1"/>
                          </a:solidFill>
                        </a:rPr>
                        <a:t>문 서 번 호</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endParaRPr lang="ko-KR" altLang="en-US" sz="11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100" b="1">
                          <a:solidFill>
                            <a:schemeClr val="tx1"/>
                          </a:solidFill>
                        </a:rPr>
                        <a:t>활       동</a:t>
                      </a:r>
                      <a:endParaRPr lang="ko-KR" altLang="en-US" sz="11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endParaRPr lang="ko-KR" altLang="en-US" sz="11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100" b="1" dirty="0">
                          <a:solidFill>
                            <a:schemeClr val="tx1"/>
                          </a:solidFill>
                        </a:rPr>
                        <a:t>작   성   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en-US" altLang="ko-KR" sz="1100" b="0" dirty="0" smtClean="0">
                          <a:solidFill>
                            <a:schemeClr val="tx1"/>
                          </a:solidFill>
                        </a:rPr>
                        <a:t>2020.01.01</a:t>
                      </a:r>
                      <a:endParaRPr lang="ko-KR" altLang="en-US" sz="1100" b="0" dirty="0">
                        <a:solidFill>
                          <a:schemeClr val="tx1"/>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1"/>
                  </a:ext>
                </a:extLst>
              </a:tr>
              <a:tr h="312035">
                <a:tc>
                  <a:txBody>
                    <a:bodyPr/>
                    <a:lstStyle/>
                    <a:p>
                      <a:pPr algn="ctr" latinLnBrk="1"/>
                      <a:r>
                        <a:rPr lang="ko-KR" altLang="en-US" sz="1100" b="1" dirty="0" err="1">
                          <a:solidFill>
                            <a:schemeClr val="tx1"/>
                          </a:solidFill>
                        </a:rPr>
                        <a:t>버</a:t>
                      </a:r>
                      <a:r>
                        <a:rPr lang="ko-KR" altLang="en-US" sz="1100" b="1" dirty="0">
                          <a:solidFill>
                            <a:schemeClr val="tx1"/>
                          </a:solidFill>
                        </a:rPr>
                        <a:t>         전</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latinLnBrk="1"/>
                      <a:endParaRPr lang="ko-KR" altLang="en-US" sz="11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latinLnBrk="1"/>
                      <a:endParaRPr lang="ko-KR" altLang="en-US" sz="11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latinLnBrk="1"/>
                      <a:endParaRPr lang="ko-KR" altLang="en-US" sz="11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latinLnBrk="1"/>
                      <a:r>
                        <a:rPr lang="ko-KR" altLang="en-US" sz="1100" b="1" dirty="0">
                          <a:solidFill>
                            <a:schemeClr val="tx1"/>
                          </a:solidFill>
                        </a:rPr>
                        <a:t>승   인   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latinLnBrk="1"/>
                      <a:endParaRPr lang="ko-KR" altLang="en-US" sz="1100" b="0" dirty="0">
                        <a:solidFill>
                          <a:schemeClr val="tx1"/>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 xmlns:a16="http://schemas.microsoft.com/office/drawing/2014/main" val="10002"/>
                  </a:ext>
                </a:extLst>
              </a:tr>
            </a:tbl>
          </a:graphicData>
        </a:graphic>
      </p:graphicFrame>
      <p:graphicFrame>
        <p:nvGraphicFramePr>
          <p:cNvPr id="6" name="표 5"/>
          <p:cNvGraphicFramePr>
            <a:graphicFrameLocks noGrp="1"/>
          </p:cNvGraphicFramePr>
          <p:nvPr>
            <p:extLst>
              <p:ext uri="{D42A27DB-BD31-4B8C-83A1-F6EECF244321}">
                <p14:modId xmlns:p14="http://schemas.microsoft.com/office/powerpoint/2010/main" val="4294781390"/>
              </p:ext>
            </p:extLst>
          </p:nvPr>
        </p:nvGraphicFramePr>
        <p:xfrm>
          <a:off x="179513" y="1340768"/>
          <a:ext cx="8784975" cy="5400600"/>
        </p:xfrm>
        <a:graphic>
          <a:graphicData uri="http://schemas.openxmlformats.org/drawingml/2006/table">
            <a:tbl>
              <a:tblPr firstRow="1" bandRow="1">
                <a:tableStyleId>{5C22544A-7EE6-4342-B048-85BDC9FD1C3A}</a:tableStyleId>
              </a:tblPr>
              <a:tblGrid>
                <a:gridCol w="1545221">
                  <a:extLst>
                    <a:ext uri="{9D8B030D-6E8A-4147-A177-3AD203B41FA5}">
                      <a16:colId xmlns="" xmlns:a16="http://schemas.microsoft.com/office/drawing/2014/main" val="20000"/>
                    </a:ext>
                  </a:extLst>
                </a:gridCol>
                <a:gridCol w="2669018">
                  <a:extLst>
                    <a:ext uri="{9D8B030D-6E8A-4147-A177-3AD203B41FA5}">
                      <a16:colId xmlns="" xmlns:a16="http://schemas.microsoft.com/office/drawing/2014/main" val="20001"/>
                    </a:ext>
                  </a:extLst>
                </a:gridCol>
                <a:gridCol w="2194472">
                  <a:extLst>
                    <a:ext uri="{9D8B030D-6E8A-4147-A177-3AD203B41FA5}">
                      <a16:colId xmlns="" xmlns:a16="http://schemas.microsoft.com/office/drawing/2014/main" val="20002"/>
                    </a:ext>
                  </a:extLst>
                </a:gridCol>
                <a:gridCol w="2376264">
                  <a:extLst>
                    <a:ext uri="{9D8B030D-6E8A-4147-A177-3AD203B41FA5}">
                      <a16:colId xmlns="" xmlns:a16="http://schemas.microsoft.com/office/drawing/2014/main" val="20003"/>
                    </a:ext>
                  </a:extLst>
                </a:gridCol>
              </a:tblGrid>
              <a:tr h="288032">
                <a:tc>
                  <a:txBody>
                    <a:bodyPr/>
                    <a:lstStyle/>
                    <a:p>
                      <a:pPr algn="ctr" latinLnBrk="1"/>
                      <a:r>
                        <a:rPr lang="ko-KR" altLang="en-US" sz="1200" b="1" dirty="0">
                          <a:solidFill>
                            <a:schemeClr val="tx1"/>
                          </a:solidFill>
                        </a:rPr>
                        <a:t>단위 업무명</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200" b="1" dirty="0">
                          <a:solidFill>
                            <a:schemeClr val="tx1"/>
                          </a:solidFill>
                        </a:rPr>
                        <a:t>상세보기 화면</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200" b="1" dirty="0" err="1">
                          <a:solidFill>
                            <a:schemeClr val="tx1"/>
                          </a:solidFill>
                        </a:rPr>
                        <a:t>화면명</a:t>
                      </a:r>
                      <a:r>
                        <a:rPr lang="en-US" altLang="ko-KR" sz="1200" b="1" dirty="0">
                          <a:solidFill>
                            <a:schemeClr val="tx1"/>
                          </a:solidFill>
                        </a:rPr>
                        <a:t>(ID)</a:t>
                      </a:r>
                      <a:endParaRPr lang="ko-KR" altLang="en-US" sz="1200" b="1"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1200" b="1"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0"/>
                  </a:ext>
                </a:extLst>
              </a:tr>
              <a:tr h="288032">
                <a:tc gridSpan="3">
                  <a:txBody>
                    <a:bodyPr/>
                    <a:lstStyle/>
                    <a:p>
                      <a:pPr algn="ctr" latinLnBrk="1"/>
                      <a:r>
                        <a:rPr lang="ko-KR" altLang="en-US" sz="1200" b="1" dirty="0">
                          <a:solidFill>
                            <a:schemeClr val="tx1"/>
                          </a:solidFill>
                        </a:rPr>
                        <a:t>화면 레이아웃</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hMerge="1">
                  <a:txBody>
                    <a:bodyPr/>
                    <a:lstStyle/>
                    <a:p>
                      <a:pPr latinLnBrk="1"/>
                      <a:endParaRPr lang="ko-KR" altLang="en-US"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hMerge="1">
                  <a:txBody>
                    <a:bodyPr/>
                    <a:lstStyle/>
                    <a:p>
                      <a:pPr latinLnBrk="1"/>
                      <a:endParaRPr lang="ko-KR" altLang="en-US"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200" b="1" dirty="0">
                          <a:solidFill>
                            <a:schemeClr val="tx1"/>
                          </a:solidFill>
                        </a:rPr>
                        <a:t>화면설명</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1"/>
                  </a:ext>
                </a:extLst>
              </a:tr>
              <a:tr h="4824536">
                <a:tc gridSpan="3">
                  <a:txBody>
                    <a:bodyPr/>
                    <a:lstStyle/>
                    <a:p>
                      <a:pPr latinLnBrk="1"/>
                      <a:endParaRPr lang="ko-KR" altLang="en-US"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hMerge="1">
                  <a:txBody>
                    <a:bodyPr/>
                    <a:lstStyle/>
                    <a:p>
                      <a:pPr latinLnBrk="1"/>
                      <a:endParaRPr lang="ko-KR" altLang="en-US"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hMerge="1">
                  <a:txBody>
                    <a:bodyPr/>
                    <a:lstStyle/>
                    <a:p>
                      <a:pPr latinLnBrk="1"/>
                      <a:endParaRPr lang="ko-KR" altLang="en-US"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285750" indent="-285750" latinLnBrk="1">
                        <a:buFont typeface="Arial" pitchFamily="34" charset="0"/>
                        <a:buChar char="•"/>
                      </a:pPr>
                      <a:r>
                        <a:rPr lang="ko-KR" altLang="en-US" sz="1200" dirty="0">
                          <a:solidFill>
                            <a:schemeClr val="tx1"/>
                          </a:solidFill>
                        </a:rPr>
                        <a:t>리스트로 클릭</a:t>
                      </a:r>
                      <a:r>
                        <a:rPr lang="ko-KR" altLang="en-US" sz="1200" baseline="0" dirty="0">
                          <a:solidFill>
                            <a:schemeClr val="tx1"/>
                          </a:solidFill>
                        </a:rPr>
                        <a:t> 시 리스트 화면으로 이동</a:t>
                      </a:r>
                      <a:endParaRPr lang="en-US" altLang="ko-KR" sz="1200" baseline="0" dirty="0">
                        <a:solidFill>
                          <a:schemeClr val="tx1"/>
                        </a:solidFill>
                      </a:endParaRPr>
                    </a:p>
                    <a:p>
                      <a:pPr marL="285750" indent="-285750" latinLnBrk="1">
                        <a:buFont typeface="Arial" pitchFamily="34" charset="0"/>
                        <a:buChar char="•"/>
                      </a:pPr>
                      <a:r>
                        <a:rPr lang="ko-KR" altLang="en-US" sz="1200" baseline="0" dirty="0">
                          <a:solidFill>
                            <a:schemeClr val="tx1"/>
                          </a:solidFill>
                        </a:rPr>
                        <a:t>이름</a:t>
                      </a:r>
                      <a:r>
                        <a:rPr lang="en-US" altLang="ko-KR" sz="1200" baseline="0" dirty="0">
                          <a:solidFill>
                            <a:schemeClr val="tx1"/>
                          </a:solidFill>
                        </a:rPr>
                        <a:t>, </a:t>
                      </a:r>
                      <a:r>
                        <a:rPr lang="ko-KR" altLang="en-US" sz="1200" baseline="0" dirty="0">
                          <a:solidFill>
                            <a:schemeClr val="tx1"/>
                          </a:solidFill>
                        </a:rPr>
                        <a:t>제목</a:t>
                      </a:r>
                      <a:r>
                        <a:rPr lang="en-US" altLang="ko-KR" sz="1200" baseline="0" dirty="0">
                          <a:solidFill>
                            <a:schemeClr val="tx1"/>
                          </a:solidFill>
                        </a:rPr>
                        <a:t>, </a:t>
                      </a:r>
                      <a:r>
                        <a:rPr lang="ko-KR" altLang="en-US" sz="1200" baseline="0" dirty="0">
                          <a:solidFill>
                            <a:schemeClr val="tx1"/>
                          </a:solidFill>
                        </a:rPr>
                        <a:t>작성일</a:t>
                      </a:r>
                      <a:r>
                        <a:rPr lang="en-US" altLang="ko-KR" sz="1200" baseline="0" dirty="0">
                          <a:solidFill>
                            <a:schemeClr val="tx1"/>
                          </a:solidFill>
                        </a:rPr>
                        <a:t>, </a:t>
                      </a:r>
                      <a:r>
                        <a:rPr lang="ko-KR" altLang="en-US" sz="1200" baseline="0" dirty="0">
                          <a:solidFill>
                            <a:schemeClr val="tx1"/>
                          </a:solidFill>
                        </a:rPr>
                        <a:t>내용은 수정 불가 되도록 속성값 변경</a:t>
                      </a:r>
                      <a:endParaRPr lang="en-US" altLang="ko-KR" sz="1200" baseline="0" dirty="0">
                        <a:solidFill>
                          <a:schemeClr val="tx1"/>
                        </a:solidFill>
                      </a:endParaRPr>
                    </a:p>
                    <a:p>
                      <a:pPr marL="285750" indent="-285750" latinLnBrk="1">
                        <a:buFont typeface="Arial" pitchFamily="34" charset="0"/>
                        <a:buChar char="•"/>
                      </a:pPr>
                      <a:r>
                        <a:rPr lang="ko-KR" altLang="en-US" sz="1200" baseline="0" dirty="0">
                          <a:solidFill>
                            <a:schemeClr val="tx1"/>
                          </a:solidFill>
                        </a:rPr>
                        <a:t>작성 날짜의 형식은 </a:t>
                      </a:r>
                      <a:r>
                        <a:rPr lang="en-US" altLang="ko-KR" sz="1200" baseline="0" dirty="0">
                          <a:solidFill>
                            <a:schemeClr val="tx1"/>
                          </a:solidFill>
                        </a:rPr>
                        <a:t>‘</a:t>
                      </a:r>
                      <a:r>
                        <a:rPr lang="ko-KR" altLang="en-US" sz="1200" baseline="0" dirty="0">
                          <a:solidFill>
                            <a:schemeClr val="tx1"/>
                          </a:solidFill>
                        </a:rPr>
                        <a:t>년</a:t>
                      </a:r>
                      <a:r>
                        <a:rPr lang="en-US" altLang="ko-KR" sz="1200" baseline="0" dirty="0">
                          <a:solidFill>
                            <a:schemeClr val="tx1"/>
                          </a:solidFill>
                        </a:rPr>
                        <a:t>-</a:t>
                      </a:r>
                      <a:r>
                        <a:rPr lang="ko-KR" altLang="en-US" sz="1200" baseline="0" dirty="0">
                          <a:solidFill>
                            <a:schemeClr val="tx1"/>
                          </a:solidFill>
                        </a:rPr>
                        <a:t>월</a:t>
                      </a:r>
                      <a:r>
                        <a:rPr lang="en-US" altLang="ko-KR" sz="1200" baseline="0" dirty="0">
                          <a:solidFill>
                            <a:schemeClr val="tx1"/>
                          </a:solidFill>
                        </a:rPr>
                        <a:t>-</a:t>
                      </a:r>
                      <a:r>
                        <a:rPr lang="ko-KR" altLang="en-US" sz="1200" baseline="0" dirty="0">
                          <a:solidFill>
                            <a:schemeClr val="tx1"/>
                          </a:solidFill>
                        </a:rPr>
                        <a:t>일</a:t>
                      </a:r>
                      <a:r>
                        <a:rPr lang="en-US" altLang="ko-KR" sz="1200" baseline="0" dirty="0">
                          <a:solidFill>
                            <a:schemeClr val="tx1"/>
                          </a:solidFill>
                        </a:rPr>
                        <a:t>’ </a:t>
                      </a:r>
                      <a:r>
                        <a:rPr lang="ko-KR" altLang="en-US" sz="1200" baseline="0" dirty="0">
                          <a:solidFill>
                            <a:schemeClr val="tx1"/>
                          </a:solidFill>
                        </a:rPr>
                        <a:t>로 표시 </a:t>
                      </a:r>
                      <a:r>
                        <a:rPr lang="en-US" altLang="ko-KR" sz="1200" baseline="0" dirty="0">
                          <a:solidFill>
                            <a:schemeClr val="tx1"/>
                          </a:solidFill>
                        </a:rPr>
                        <a:t>  </a:t>
                      </a:r>
                    </a:p>
                    <a:p>
                      <a:pPr marL="285750" indent="-285750" latinLnBrk="1">
                        <a:buFont typeface="Arial" pitchFamily="34" charset="0"/>
                        <a:buChar char="•"/>
                      </a:pPr>
                      <a:r>
                        <a:rPr lang="ko-KR" altLang="en-US" sz="1200" baseline="0" dirty="0">
                          <a:solidFill>
                            <a:schemeClr val="tx1"/>
                          </a:solidFill>
                        </a:rPr>
                        <a:t>수정 버튼 클릭 시 수정 페이지로 이동</a:t>
                      </a:r>
                      <a:endParaRPr lang="en-US" altLang="ko-KR" sz="1200" baseline="0" dirty="0">
                        <a:solidFill>
                          <a:schemeClr val="tx1"/>
                        </a:solidFill>
                      </a:endParaRPr>
                    </a:p>
                    <a:p>
                      <a:pPr marL="0" indent="0" latinLnBrk="1">
                        <a:buFont typeface="Arial" pitchFamily="34" charset="0"/>
                        <a:buNone/>
                      </a:pPr>
                      <a:endParaRPr lang="en-US" altLang="ko-KR" sz="1200"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2"/>
                  </a:ext>
                </a:extLst>
              </a:tr>
            </a:tbl>
          </a:graphicData>
        </a:graphic>
      </p:graphicFrame>
      <p:pic>
        <p:nvPicPr>
          <p:cNvPr id="3074" name="Picture 2" descr="C:\Users\BIL\Desktop\mavenboard 캡처본\캡처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2132856"/>
            <a:ext cx="5402997" cy="42484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22441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표 3"/>
          <p:cNvGraphicFramePr>
            <a:graphicFrameLocks noGrp="1"/>
          </p:cNvGraphicFramePr>
          <p:nvPr>
            <p:extLst>
              <p:ext uri="{D42A27DB-BD31-4B8C-83A1-F6EECF244321}">
                <p14:modId xmlns:p14="http://schemas.microsoft.com/office/powerpoint/2010/main" val="432294417"/>
              </p:ext>
            </p:extLst>
          </p:nvPr>
        </p:nvGraphicFramePr>
        <p:xfrm>
          <a:off x="179512" y="260649"/>
          <a:ext cx="8784976" cy="936105"/>
        </p:xfrm>
        <a:graphic>
          <a:graphicData uri="http://schemas.openxmlformats.org/drawingml/2006/table">
            <a:tbl>
              <a:tblPr firstRow="1" bandRow="1">
                <a:tableStyleId>{5C22544A-7EE6-4342-B048-85BDC9FD1C3A}</a:tableStyleId>
              </a:tblPr>
              <a:tblGrid>
                <a:gridCol w="1587181">
                  <a:extLst>
                    <a:ext uri="{9D8B030D-6E8A-4147-A177-3AD203B41FA5}">
                      <a16:colId xmlns="" xmlns:a16="http://schemas.microsoft.com/office/drawing/2014/main" val="20000"/>
                    </a:ext>
                  </a:extLst>
                </a:gridCol>
                <a:gridCol w="1484389">
                  <a:extLst>
                    <a:ext uri="{9D8B030D-6E8A-4147-A177-3AD203B41FA5}">
                      <a16:colId xmlns="" xmlns:a16="http://schemas.microsoft.com/office/drawing/2014/main" val="20001"/>
                    </a:ext>
                  </a:extLst>
                </a:gridCol>
                <a:gridCol w="1233563">
                  <a:extLst>
                    <a:ext uri="{9D8B030D-6E8A-4147-A177-3AD203B41FA5}">
                      <a16:colId xmlns="" xmlns:a16="http://schemas.microsoft.com/office/drawing/2014/main" val="20002"/>
                    </a:ext>
                  </a:extLst>
                </a:gridCol>
                <a:gridCol w="1375446">
                  <a:extLst>
                    <a:ext uri="{9D8B030D-6E8A-4147-A177-3AD203B41FA5}">
                      <a16:colId xmlns="" xmlns:a16="http://schemas.microsoft.com/office/drawing/2014/main" val="20003"/>
                    </a:ext>
                  </a:extLst>
                </a:gridCol>
                <a:gridCol w="1479384">
                  <a:extLst>
                    <a:ext uri="{9D8B030D-6E8A-4147-A177-3AD203B41FA5}">
                      <a16:colId xmlns="" xmlns:a16="http://schemas.microsoft.com/office/drawing/2014/main" val="20004"/>
                    </a:ext>
                  </a:extLst>
                </a:gridCol>
                <a:gridCol w="1625013">
                  <a:extLst>
                    <a:ext uri="{9D8B030D-6E8A-4147-A177-3AD203B41FA5}">
                      <a16:colId xmlns="" xmlns:a16="http://schemas.microsoft.com/office/drawing/2014/main" val="20005"/>
                    </a:ext>
                  </a:extLst>
                </a:gridCol>
              </a:tblGrid>
              <a:tr h="312035">
                <a:tc>
                  <a:txBody>
                    <a:bodyPr/>
                    <a:lstStyle/>
                    <a:p>
                      <a:pPr algn="ctr" latinLnBrk="1"/>
                      <a:r>
                        <a:rPr lang="ko-KR" altLang="en-US" sz="1100" b="1" dirty="0">
                          <a:solidFill>
                            <a:schemeClr val="tx1"/>
                          </a:solidFill>
                        </a:rPr>
                        <a:t>문   서   명</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ko-KR" altLang="en-US" sz="1100" b="0" dirty="0">
                          <a:solidFill>
                            <a:schemeClr val="tx1"/>
                          </a:solidFill>
                        </a:rPr>
                        <a:t>화면 설계도</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100" b="1" dirty="0">
                          <a:solidFill>
                            <a:schemeClr val="tx1"/>
                          </a:solidFill>
                        </a:rPr>
                        <a:t>시  </a:t>
                      </a:r>
                      <a:r>
                        <a:rPr lang="ko-KR" altLang="en-US" sz="1100" b="1" dirty="0" err="1">
                          <a:solidFill>
                            <a:schemeClr val="tx1"/>
                          </a:solidFill>
                        </a:rPr>
                        <a:t>스</a:t>
                      </a:r>
                      <a:r>
                        <a:rPr lang="ko-KR" altLang="en-US" sz="1100" b="1" dirty="0">
                          <a:solidFill>
                            <a:schemeClr val="tx1"/>
                          </a:solidFill>
                        </a:rPr>
                        <a:t>  </a:t>
                      </a:r>
                      <a:r>
                        <a:rPr lang="ko-KR" altLang="en-US" sz="1100" b="1" dirty="0" err="1">
                          <a:solidFill>
                            <a:schemeClr val="tx1"/>
                          </a:solidFill>
                        </a:rPr>
                        <a:t>템</a:t>
                      </a:r>
                      <a:endParaRPr lang="ko-KR" altLang="en-US" sz="11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en-US" altLang="ko-KR" sz="1100" b="0" dirty="0" err="1">
                          <a:solidFill>
                            <a:schemeClr val="tx1"/>
                          </a:solidFill>
                        </a:rPr>
                        <a:t>mavenBoard</a:t>
                      </a:r>
                      <a:endParaRPr lang="ko-KR" altLang="en-US" sz="11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100" b="1" dirty="0">
                          <a:solidFill>
                            <a:schemeClr val="tx1"/>
                          </a:solidFill>
                        </a:rPr>
                        <a:t>작   성   자</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ko-KR" altLang="en-US" sz="1100" b="0" dirty="0" smtClean="0">
                          <a:solidFill>
                            <a:schemeClr val="tx1"/>
                          </a:solidFill>
                        </a:rPr>
                        <a:t>임형진</a:t>
                      </a:r>
                      <a:endParaRPr lang="ko-KR" altLang="en-US" sz="1100" b="0" dirty="0">
                        <a:solidFill>
                          <a:schemeClr val="tx1"/>
                        </a:solidFill>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0"/>
                  </a:ext>
                </a:extLst>
              </a:tr>
              <a:tr h="312035">
                <a:tc>
                  <a:txBody>
                    <a:bodyPr/>
                    <a:lstStyle/>
                    <a:p>
                      <a:pPr algn="ctr" latinLnBrk="1"/>
                      <a:r>
                        <a:rPr lang="ko-KR" altLang="en-US" sz="1100" b="1" dirty="0">
                          <a:solidFill>
                            <a:schemeClr val="tx1"/>
                          </a:solidFill>
                        </a:rPr>
                        <a:t>문 서 번 호</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endParaRPr lang="ko-KR" altLang="en-US" sz="11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100" b="1">
                          <a:solidFill>
                            <a:schemeClr val="tx1"/>
                          </a:solidFill>
                        </a:rPr>
                        <a:t>활       동</a:t>
                      </a:r>
                      <a:endParaRPr lang="ko-KR" altLang="en-US" sz="11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endParaRPr lang="ko-KR" altLang="en-US" sz="11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100" b="1" dirty="0">
                          <a:solidFill>
                            <a:schemeClr val="tx1"/>
                          </a:solidFill>
                        </a:rPr>
                        <a:t>작   성   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en-US" altLang="ko-KR" sz="1100" b="0" dirty="0" smtClean="0">
                          <a:solidFill>
                            <a:schemeClr val="tx1"/>
                          </a:solidFill>
                        </a:rPr>
                        <a:t>2020.01.01</a:t>
                      </a:r>
                      <a:endParaRPr lang="ko-KR" altLang="en-US" sz="1100" b="0" dirty="0">
                        <a:solidFill>
                          <a:schemeClr val="tx1"/>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1"/>
                  </a:ext>
                </a:extLst>
              </a:tr>
              <a:tr h="312035">
                <a:tc>
                  <a:txBody>
                    <a:bodyPr/>
                    <a:lstStyle/>
                    <a:p>
                      <a:pPr algn="ctr" latinLnBrk="1"/>
                      <a:r>
                        <a:rPr lang="ko-KR" altLang="en-US" sz="1100" b="1" dirty="0" err="1">
                          <a:solidFill>
                            <a:schemeClr val="tx1"/>
                          </a:solidFill>
                        </a:rPr>
                        <a:t>버</a:t>
                      </a:r>
                      <a:r>
                        <a:rPr lang="ko-KR" altLang="en-US" sz="1100" b="1" dirty="0">
                          <a:solidFill>
                            <a:schemeClr val="tx1"/>
                          </a:solidFill>
                        </a:rPr>
                        <a:t>         전</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latinLnBrk="1"/>
                      <a:endParaRPr lang="ko-KR" altLang="en-US" sz="11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latinLnBrk="1"/>
                      <a:endParaRPr lang="ko-KR" altLang="en-US" sz="11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latinLnBrk="1"/>
                      <a:endParaRPr lang="ko-KR" altLang="en-US" sz="11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latinLnBrk="1"/>
                      <a:r>
                        <a:rPr lang="ko-KR" altLang="en-US" sz="1100" b="1" dirty="0">
                          <a:solidFill>
                            <a:schemeClr val="tx1"/>
                          </a:solidFill>
                        </a:rPr>
                        <a:t>승   인   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latinLnBrk="1"/>
                      <a:endParaRPr lang="ko-KR" altLang="en-US" sz="1100" b="0" dirty="0">
                        <a:solidFill>
                          <a:schemeClr val="tx1"/>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 xmlns:a16="http://schemas.microsoft.com/office/drawing/2014/main" val="10002"/>
                  </a:ext>
                </a:extLst>
              </a:tr>
            </a:tbl>
          </a:graphicData>
        </a:graphic>
      </p:graphicFrame>
      <p:graphicFrame>
        <p:nvGraphicFramePr>
          <p:cNvPr id="6" name="표 5"/>
          <p:cNvGraphicFramePr>
            <a:graphicFrameLocks noGrp="1"/>
          </p:cNvGraphicFramePr>
          <p:nvPr>
            <p:extLst>
              <p:ext uri="{D42A27DB-BD31-4B8C-83A1-F6EECF244321}">
                <p14:modId xmlns:p14="http://schemas.microsoft.com/office/powerpoint/2010/main" val="3430825262"/>
              </p:ext>
            </p:extLst>
          </p:nvPr>
        </p:nvGraphicFramePr>
        <p:xfrm>
          <a:off x="179513" y="1340768"/>
          <a:ext cx="8784975" cy="5400600"/>
        </p:xfrm>
        <a:graphic>
          <a:graphicData uri="http://schemas.openxmlformats.org/drawingml/2006/table">
            <a:tbl>
              <a:tblPr firstRow="1" bandRow="1">
                <a:tableStyleId>{5C22544A-7EE6-4342-B048-85BDC9FD1C3A}</a:tableStyleId>
              </a:tblPr>
              <a:tblGrid>
                <a:gridCol w="1545221">
                  <a:extLst>
                    <a:ext uri="{9D8B030D-6E8A-4147-A177-3AD203B41FA5}">
                      <a16:colId xmlns="" xmlns:a16="http://schemas.microsoft.com/office/drawing/2014/main" val="20000"/>
                    </a:ext>
                  </a:extLst>
                </a:gridCol>
                <a:gridCol w="2669018">
                  <a:extLst>
                    <a:ext uri="{9D8B030D-6E8A-4147-A177-3AD203B41FA5}">
                      <a16:colId xmlns="" xmlns:a16="http://schemas.microsoft.com/office/drawing/2014/main" val="20001"/>
                    </a:ext>
                  </a:extLst>
                </a:gridCol>
                <a:gridCol w="2194472">
                  <a:extLst>
                    <a:ext uri="{9D8B030D-6E8A-4147-A177-3AD203B41FA5}">
                      <a16:colId xmlns="" xmlns:a16="http://schemas.microsoft.com/office/drawing/2014/main" val="20002"/>
                    </a:ext>
                  </a:extLst>
                </a:gridCol>
                <a:gridCol w="2376264">
                  <a:extLst>
                    <a:ext uri="{9D8B030D-6E8A-4147-A177-3AD203B41FA5}">
                      <a16:colId xmlns="" xmlns:a16="http://schemas.microsoft.com/office/drawing/2014/main" val="20003"/>
                    </a:ext>
                  </a:extLst>
                </a:gridCol>
              </a:tblGrid>
              <a:tr h="288032">
                <a:tc>
                  <a:txBody>
                    <a:bodyPr/>
                    <a:lstStyle/>
                    <a:p>
                      <a:pPr algn="ctr" latinLnBrk="1"/>
                      <a:r>
                        <a:rPr lang="ko-KR" altLang="en-US" sz="1200" b="1" dirty="0">
                          <a:solidFill>
                            <a:schemeClr val="tx1"/>
                          </a:solidFill>
                        </a:rPr>
                        <a:t>단위 업무명</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200" b="1" dirty="0">
                          <a:solidFill>
                            <a:schemeClr val="tx1"/>
                          </a:solidFill>
                        </a:rPr>
                        <a:t>상세보기 화면</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200" b="1" dirty="0" err="1">
                          <a:solidFill>
                            <a:schemeClr val="tx1"/>
                          </a:solidFill>
                        </a:rPr>
                        <a:t>화면명</a:t>
                      </a:r>
                      <a:r>
                        <a:rPr lang="en-US" altLang="ko-KR" sz="1200" b="1" dirty="0">
                          <a:solidFill>
                            <a:schemeClr val="tx1"/>
                          </a:solidFill>
                        </a:rPr>
                        <a:t>(ID)</a:t>
                      </a:r>
                      <a:endParaRPr lang="ko-KR" altLang="en-US" sz="1200" b="1"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1200" b="1"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0"/>
                  </a:ext>
                </a:extLst>
              </a:tr>
              <a:tr h="288032">
                <a:tc gridSpan="3">
                  <a:txBody>
                    <a:bodyPr/>
                    <a:lstStyle/>
                    <a:p>
                      <a:pPr algn="ctr" latinLnBrk="1"/>
                      <a:r>
                        <a:rPr lang="ko-KR" altLang="en-US" sz="1200" b="1" dirty="0">
                          <a:solidFill>
                            <a:schemeClr val="tx1"/>
                          </a:solidFill>
                        </a:rPr>
                        <a:t>화면 레이아웃</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hMerge="1">
                  <a:txBody>
                    <a:bodyPr/>
                    <a:lstStyle/>
                    <a:p>
                      <a:pPr latinLnBrk="1"/>
                      <a:endParaRPr lang="ko-KR" altLang="en-US"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hMerge="1">
                  <a:txBody>
                    <a:bodyPr/>
                    <a:lstStyle/>
                    <a:p>
                      <a:pPr latinLnBrk="1"/>
                      <a:endParaRPr lang="ko-KR" altLang="en-US"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200" b="1" dirty="0">
                          <a:solidFill>
                            <a:schemeClr val="tx1"/>
                          </a:solidFill>
                        </a:rPr>
                        <a:t>화면설명</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1"/>
                  </a:ext>
                </a:extLst>
              </a:tr>
              <a:tr h="4824536">
                <a:tc gridSpan="3">
                  <a:txBody>
                    <a:bodyPr/>
                    <a:lstStyle/>
                    <a:p>
                      <a:pPr latinLnBrk="1"/>
                      <a:endParaRPr lang="ko-KR" altLang="en-US"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hMerge="1">
                  <a:txBody>
                    <a:bodyPr/>
                    <a:lstStyle/>
                    <a:p>
                      <a:pPr latinLnBrk="1"/>
                      <a:endParaRPr lang="ko-KR" altLang="en-US"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hMerge="1">
                  <a:txBody>
                    <a:bodyPr/>
                    <a:lstStyle/>
                    <a:p>
                      <a:pPr latinLnBrk="1"/>
                      <a:endParaRPr lang="ko-KR" altLang="en-US"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285750" indent="-285750" latinLnBrk="1">
                        <a:buFont typeface="Arial" pitchFamily="34" charset="0"/>
                        <a:buChar char="•"/>
                      </a:pPr>
                      <a:r>
                        <a:rPr lang="ko-KR" altLang="en-US" sz="1200" dirty="0">
                          <a:solidFill>
                            <a:schemeClr val="tx1"/>
                          </a:solidFill>
                        </a:rPr>
                        <a:t>리스트로 클릭</a:t>
                      </a:r>
                      <a:r>
                        <a:rPr lang="ko-KR" altLang="en-US" sz="1200" baseline="0" dirty="0">
                          <a:solidFill>
                            <a:schemeClr val="tx1"/>
                          </a:solidFill>
                        </a:rPr>
                        <a:t> 시 리스트 화면으로 이동</a:t>
                      </a:r>
                      <a:endParaRPr lang="en-US" altLang="ko-KR" sz="1200" baseline="0" dirty="0">
                        <a:solidFill>
                          <a:schemeClr val="tx1"/>
                        </a:solidFill>
                      </a:endParaRPr>
                    </a:p>
                    <a:p>
                      <a:pPr marL="285750" indent="-285750" latinLnBrk="1">
                        <a:buFont typeface="Arial" pitchFamily="34" charset="0"/>
                        <a:buChar char="•"/>
                      </a:pPr>
                      <a:r>
                        <a:rPr lang="ko-KR" altLang="en-US" sz="1200" baseline="0" dirty="0">
                          <a:solidFill>
                            <a:schemeClr val="tx1"/>
                          </a:solidFill>
                        </a:rPr>
                        <a:t>제목</a:t>
                      </a:r>
                      <a:r>
                        <a:rPr lang="en-US" altLang="ko-KR" sz="1200" baseline="0" dirty="0">
                          <a:solidFill>
                            <a:schemeClr val="tx1"/>
                          </a:solidFill>
                        </a:rPr>
                        <a:t>, </a:t>
                      </a:r>
                      <a:r>
                        <a:rPr lang="ko-KR" altLang="en-US" sz="1200" baseline="0" dirty="0">
                          <a:solidFill>
                            <a:schemeClr val="tx1"/>
                          </a:solidFill>
                        </a:rPr>
                        <a:t>작성일은</a:t>
                      </a:r>
                      <a:r>
                        <a:rPr lang="en-US" altLang="ko-KR" sz="1200" baseline="0" dirty="0">
                          <a:solidFill>
                            <a:schemeClr val="tx1"/>
                          </a:solidFill>
                        </a:rPr>
                        <a:t> </a:t>
                      </a:r>
                      <a:r>
                        <a:rPr lang="ko-KR" altLang="en-US" sz="1200" baseline="0" dirty="0">
                          <a:solidFill>
                            <a:schemeClr val="tx1"/>
                          </a:solidFill>
                        </a:rPr>
                        <a:t>수정 불가 되도록 속성값 변경</a:t>
                      </a:r>
                      <a:endParaRPr lang="en-US" altLang="ko-KR" sz="1200" baseline="0" dirty="0">
                        <a:solidFill>
                          <a:schemeClr val="tx1"/>
                        </a:solidFill>
                      </a:endParaRPr>
                    </a:p>
                    <a:p>
                      <a:pPr marL="285750" indent="-285750" latinLnBrk="1">
                        <a:buFont typeface="Arial" pitchFamily="34" charset="0"/>
                        <a:buChar char="•"/>
                      </a:pPr>
                      <a:r>
                        <a:rPr lang="ko-KR" altLang="en-US" sz="1200" baseline="0" dirty="0">
                          <a:solidFill>
                            <a:schemeClr val="tx1"/>
                          </a:solidFill>
                        </a:rPr>
                        <a:t>작성 날짜의 형식은 </a:t>
                      </a:r>
                      <a:r>
                        <a:rPr lang="en-US" altLang="ko-KR" sz="1200" baseline="0" dirty="0">
                          <a:solidFill>
                            <a:schemeClr val="tx1"/>
                          </a:solidFill>
                        </a:rPr>
                        <a:t>‘</a:t>
                      </a:r>
                      <a:r>
                        <a:rPr lang="ko-KR" altLang="en-US" sz="1200" baseline="0" dirty="0">
                          <a:solidFill>
                            <a:schemeClr val="tx1"/>
                          </a:solidFill>
                        </a:rPr>
                        <a:t>년</a:t>
                      </a:r>
                      <a:r>
                        <a:rPr lang="en-US" altLang="ko-KR" sz="1200" baseline="0" dirty="0">
                          <a:solidFill>
                            <a:schemeClr val="tx1"/>
                          </a:solidFill>
                        </a:rPr>
                        <a:t>-</a:t>
                      </a:r>
                      <a:r>
                        <a:rPr lang="ko-KR" altLang="en-US" sz="1200" baseline="0" dirty="0">
                          <a:solidFill>
                            <a:schemeClr val="tx1"/>
                          </a:solidFill>
                        </a:rPr>
                        <a:t>월</a:t>
                      </a:r>
                      <a:r>
                        <a:rPr lang="en-US" altLang="ko-KR" sz="1200" baseline="0" dirty="0">
                          <a:solidFill>
                            <a:schemeClr val="tx1"/>
                          </a:solidFill>
                        </a:rPr>
                        <a:t>-</a:t>
                      </a:r>
                      <a:r>
                        <a:rPr lang="ko-KR" altLang="en-US" sz="1200" baseline="0" dirty="0">
                          <a:solidFill>
                            <a:schemeClr val="tx1"/>
                          </a:solidFill>
                        </a:rPr>
                        <a:t>일</a:t>
                      </a:r>
                      <a:r>
                        <a:rPr lang="en-US" altLang="ko-KR" sz="1200" baseline="0" dirty="0">
                          <a:solidFill>
                            <a:schemeClr val="tx1"/>
                          </a:solidFill>
                        </a:rPr>
                        <a:t>’ </a:t>
                      </a:r>
                      <a:r>
                        <a:rPr lang="ko-KR" altLang="en-US" sz="1200" baseline="0" dirty="0">
                          <a:solidFill>
                            <a:schemeClr val="tx1"/>
                          </a:solidFill>
                        </a:rPr>
                        <a:t>로 표시 </a:t>
                      </a:r>
                      <a:r>
                        <a:rPr lang="en-US" altLang="ko-KR" sz="1200" baseline="0" dirty="0">
                          <a:solidFill>
                            <a:schemeClr val="tx1"/>
                          </a:solidFill>
                        </a:rPr>
                        <a:t>  </a:t>
                      </a:r>
                    </a:p>
                    <a:p>
                      <a:pPr marL="285750" indent="-285750" latinLnBrk="1">
                        <a:buFont typeface="Arial" pitchFamily="34" charset="0"/>
                        <a:buChar char="•"/>
                      </a:pPr>
                      <a:r>
                        <a:rPr lang="ko-KR" altLang="en-US" sz="1200" baseline="0" dirty="0">
                          <a:solidFill>
                            <a:schemeClr val="tx1"/>
                          </a:solidFill>
                        </a:rPr>
                        <a:t>수정 버튼 클릭 시 글 수정 후 메인 페이지로 이동</a:t>
                      </a:r>
                      <a:endParaRPr lang="en-US" altLang="ko-KR" sz="1200" baseline="0" dirty="0">
                        <a:solidFill>
                          <a:schemeClr val="tx1"/>
                        </a:solidFill>
                      </a:endParaRPr>
                    </a:p>
                    <a:p>
                      <a:pPr marL="285750" indent="-285750" latinLnBrk="1">
                        <a:buFont typeface="Arial" pitchFamily="34" charset="0"/>
                        <a:buChar char="•"/>
                      </a:pPr>
                      <a:r>
                        <a:rPr lang="ko-KR" altLang="en-US" sz="1200" baseline="0" dirty="0">
                          <a:solidFill>
                            <a:schemeClr val="tx1"/>
                          </a:solidFill>
                        </a:rPr>
                        <a:t>삭제 버튼 클릭 시 삭제 확인 여부 확인 후 삭제</a:t>
                      </a:r>
                      <a:endParaRPr lang="en-US" altLang="ko-KR" sz="1200" baseline="0" dirty="0">
                        <a:solidFill>
                          <a:schemeClr val="tx1"/>
                        </a:solidFill>
                      </a:endParaRPr>
                    </a:p>
                    <a:p>
                      <a:pPr marL="285750" indent="-285750" latinLnBrk="1">
                        <a:buFont typeface="Arial" pitchFamily="34" charset="0"/>
                        <a:buChar char="•"/>
                      </a:pPr>
                      <a:r>
                        <a:rPr lang="ko-KR" altLang="en-US" sz="1200" baseline="0" dirty="0">
                          <a:solidFill>
                            <a:schemeClr val="tx1"/>
                          </a:solidFill>
                        </a:rPr>
                        <a:t>취소 버튼 클릭 시 메인 페이지로 이동</a:t>
                      </a:r>
                      <a:endParaRPr lang="en-US" altLang="ko-KR" sz="1200" baseline="0" dirty="0">
                        <a:solidFill>
                          <a:schemeClr val="tx1"/>
                        </a:solidFill>
                      </a:endParaRPr>
                    </a:p>
                    <a:p>
                      <a:pPr marL="0" indent="0" latinLnBrk="1">
                        <a:buFont typeface="Arial" pitchFamily="34" charset="0"/>
                        <a:buNone/>
                      </a:pPr>
                      <a:endParaRPr lang="en-US" altLang="ko-KR" sz="1200"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2"/>
                  </a:ext>
                </a:extLst>
              </a:tr>
            </a:tbl>
          </a:graphicData>
        </a:graphic>
      </p:graphicFrame>
      <p:pic>
        <p:nvPicPr>
          <p:cNvPr id="2" name="Picture 2" descr="C:\Users\BIL\Desktop\mavenboard 캡처본\캡처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1988840"/>
            <a:ext cx="5832648" cy="46440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5293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표 3"/>
          <p:cNvGraphicFramePr>
            <a:graphicFrameLocks noGrp="1"/>
          </p:cNvGraphicFramePr>
          <p:nvPr>
            <p:extLst>
              <p:ext uri="{D42A27DB-BD31-4B8C-83A1-F6EECF244321}">
                <p14:modId xmlns:p14="http://schemas.microsoft.com/office/powerpoint/2010/main" val="507982968"/>
              </p:ext>
            </p:extLst>
          </p:nvPr>
        </p:nvGraphicFramePr>
        <p:xfrm>
          <a:off x="179512" y="260649"/>
          <a:ext cx="8784976" cy="936105"/>
        </p:xfrm>
        <a:graphic>
          <a:graphicData uri="http://schemas.openxmlformats.org/drawingml/2006/table">
            <a:tbl>
              <a:tblPr firstRow="1" bandRow="1">
                <a:tableStyleId>{5C22544A-7EE6-4342-B048-85BDC9FD1C3A}</a:tableStyleId>
              </a:tblPr>
              <a:tblGrid>
                <a:gridCol w="1587181">
                  <a:extLst>
                    <a:ext uri="{9D8B030D-6E8A-4147-A177-3AD203B41FA5}">
                      <a16:colId xmlns="" xmlns:a16="http://schemas.microsoft.com/office/drawing/2014/main" val="20000"/>
                    </a:ext>
                  </a:extLst>
                </a:gridCol>
                <a:gridCol w="1484389">
                  <a:extLst>
                    <a:ext uri="{9D8B030D-6E8A-4147-A177-3AD203B41FA5}">
                      <a16:colId xmlns="" xmlns:a16="http://schemas.microsoft.com/office/drawing/2014/main" val="20001"/>
                    </a:ext>
                  </a:extLst>
                </a:gridCol>
                <a:gridCol w="1233563">
                  <a:extLst>
                    <a:ext uri="{9D8B030D-6E8A-4147-A177-3AD203B41FA5}">
                      <a16:colId xmlns="" xmlns:a16="http://schemas.microsoft.com/office/drawing/2014/main" val="20002"/>
                    </a:ext>
                  </a:extLst>
                </a:gridCol>
                <a:gridCol w="1375446">
                  <a:extLst>
                    <a:ext uri="{9D8B030D-6E8A-4147-A177-3AD203B41FA5}">
                      <a16:colId xmlns="" xmlns:a16="http://schemas.microsoft.com/office/drawing/2014/main" val="20003"/>
                    </a:ext>
                  </a:extLst>
                </a:gridCol>
                <a:gridCol w="1479384">
                  <a:extLst>
                    <a:ext uri="{9D8B030D-6E8A-4147-A177-3AD203B41FA5}">
                      <a16:colId xmlns="" xmlns:a16="http://schemas.microsoft.com/office/drawing/2014/main" val="20004"/>
                    </a:ext>
                  </a:extLst>
                </a:gridCol>
                <a:gridCol w="1625013">
                  <a:extLst>
                    <a:ext uri="{9D8B030D-6E8A-4147-A177-3AD203B41FA5}">
                      <a16:colId xmlns="" xmlns:a16="http://schemas.microsoft.com/office/drawing/2014/main" val="20005"/>
                    </a:ext>
                  </a:extLst>
                </a:gridCol>
              </a:tblGrid>
              <a:tr h="312035">
                <a:tc>
                  <a:txBody>
                    <a:bodyPr/>
                    <a:lstStyle/>
                    <a:p>
                      <a:pPr algn="ctr" latinLnBrk="1"/>
                      <a:r>
                        <a:rPr lang="ko-KR" altLang="en-US" sz="1100" b="1" dirty="0">
                          <a:solidFill>
                            <a:schemeClr val="tx1"/>
                          </a:solidFill>
                        </a:rPr>
                        <a:t>문   서   명</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ko-KR" altLang="en-US" sz="1100" b="0" dirty="0">
                          <a:solidFill>
                            <a:schemeClr val="tx1"/>
                          </a:solidFill>
                        </a:rPr>
                        <a:t>화면 설계도</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100" b="1" dirty="0">
                          <a:solidFill>
                            <a:schemeClr val="tx1"/>
                          </a:solidFill>
                        </a:rPr>
                        <a:t>시  </a:t>
                      </a:r>
                      <a:r>
                        <a:rPr lang="ko-KR" altLang="en-US" sz="1100" b="1" dirty="0" err="1">
                          <a:solidFill>
                            <a:schemeClr val="tx1"/>
                          </a:solidFill>
                        </a:rPr>
                        <a:t>스</a:t>
                      </a:r>
                      <a:r>
                        <a:rPr lang="ko-KR" altLang="en-US" sz="1100" b="1" dirty="0">
                          <a:solidFill>
                            <a:schemeClr val="tx1"/>
                          </a:solidFill>
                        </a:rPr>
                        <a:t>  </a:t>
                      </a:r>
                      <a:r>
                        <a:rPr lang="ko-KR" altLang="en-US" sz="1100" b="1" dirty="0" err="1">
                          <a:solidFill>
                            <a:schemeClr val="tx1"/>
                          </a:solidFill>
                        </a:rPr>
                        <a:t>템</a:t>
                      </a:r>
                      <a:endParaRPr lang="ko-KR" altLang="en-US" sz="11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en-US" altLang="ko-KR" sz="1100" b="0" dirty="0" err="1">
                          <a:solidFill>
                            <a:schemeClr val="tx1"/>
                          </a:solidFill>
                        </a:rPr>
                        <a:t>mavenBoard</a:t>
                      </a:r>
                      <a:endParaRPr lang="ko-KR" altLang="en-US" sz="11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100" b="1" dirty="0">
                          <a:solidFill>
                            <a:schemeClr val="tx1"/>
                          </a:solidFill>
                        </a:rPr>
                        <a:t>작   성   자</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ko-KR" altLang="en-US" sz="1100" b="0" dirty="0" smtClean="0">
                          <a:solidFill>
                            <a:schemeClr val="tx1"/>
                          </a:solidFill>
                        </a:rPr>
                        <a:t>임형진</a:t>
                      </a:r>
                      <a:endParaRPr lang="ko-KR" altLang="en-US" sz="1100" b="0" dirty="0">
                        <a:solidFill>
                          <a:schemeClr val="tx1"/>
                        </a:solidFill>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0"/>
                  </a:ext>
                </a:extLst>
              </a:tr>
              <a:tr h="312035">
                <a:tc>
                  <a:txBody>
                    <a:bodyPr/>
                    <a:lstStyle/>
                    <a:p>
                      <a:pPr algn="ctr" latinLnBrk="1"/>
                      <a:r>
                        <a:rPr lang="ko-KR" altLang="en-US" sz="1100" b="1" dirty="0">
                          <a:solidFill>
                            <a:schemeClr val="tx1"/>
                          </a:solidFill>
                        </a:rPr>
                        <a:t>문 서 번 호</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endParaRPr lang="ko-KR" altLang="en-US" sz="11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100" b="1">
                          <a:solidFill>
                            <a:schemeClr val="tx1"/>
                          </a:solidFill>
                        </a:rPr>
                        <a:t>활       동</a:t>
                      </a:r>
                      <a:endParaRPr lang="ko-KR" altLang="en-US" sz="11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endParaRPr lang="ko-KR" altLang="en-US" sz="11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100" b="1" dirty="0">
                          <a:solidFill>
                            <a:schemeClr val="tx1"/>
                          </a:solidFill>
                        </a:rPr>
                        <a:t>작   성   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en-US" altLang="ko-KR" sz="1100" b="0" dirty="0" smtClean="0">
                          <a:solidFill>
                            <a:schemeClr val="tx1"/>
                          </a:solidFill>
                        </a:rPr>
                        <a:t>2020.01.01</a:t>
                      </a:r>
                      <a:endParaRPr lang="ko-KR" altLang="en-US" sz="1100" b="0" dirty="0">
                        <a:solidFill>
                          <a:schemeClr val="tx1"/>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1"/>
                  </a:ext>
                </a:extLst>
              </a:tr>
              <a:tr h="312035">
                <a:tc>
                  <a:txBody>
                    <a:bodyPr/>
                    <a:lstStyle/>
                    <a:p>
                      <a:pPr algn="ctr" latinLnBrk="1"/>
                      <a:r>
                        <a:rPr lang="ko-KR" altLang="en-US" sz="1100" b="1" dirty="0" err="1">
                          <a:solidFill>
                            <a:schemeClr val="tx1"/>
                          </a:solidFill>
                        </a:rPr>
                        <a:t>버</a:t>
                      </a:r>
                      <a:r>
                        <a:rPr lang="ko-KR" altLang="en-US" sz="1100" b="1" dirty="0">
                          <a:solidFill>
                            <a:schemeClr val="tx1"/>
                          </a:solidFill>
                        </a:rPr>
                        <a:t>         전</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latinLnBrk="1"/>
                      <a:endParaRPr lang="ko-KR" altLang="en-US" sz="11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latinLnBrk="1"/>
                      <a:endParaRPr lang="ko-KR" altLang="en-US" sz="11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latinLnBrk="1"/>
                      <a:endParaRPr lang="ko-KR" altLang="en-US" sz="11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latinLnBrk="1"/>
                      <a:r>
                        <a:rPr lang="ko-KR" altLang="en-US" sz="1100" b="1" dirty="0">
                          <a:solidFill>
                            <a:schemeClr val="tx1"/>
                          </a:solidFill>
                        </a:rPr>
                        <a:t>승   인   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latinLnBrk="1"/>
                      <a:endParaRPr lang="ko-KR" altLang="en-US" sz="1100" b="0" dirty="0">
                        <a:solidFill>
                          <a:schemeClr val="tx1"/>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 xmlns:a16="http://schemas.microsoft.com/office/drawing/2014/main" val="10002"/>
                  </a:ext>
                </a:extLst>
              </a:tr>
            </a:tbl>
          </a:graphicData>
        </a:graphic>
      </p:graphicFrame>
      <p:graphicFrame>
        <p:nvGraphicFramePr>
          <p:cNvPr id="6" name="표 5"/>
          <p:cNvGraphicFramePr>
            <a:graphicFrameLocks noGrp="1"/>
          </p:cNvGraphicFramePr>
          <p:nvPr>
            <p:extLst>
              <p:ext uri="{D42A27DB-BD31-4B8C-83A1-F6EECF244321}">
                <p14:modId xmlns:p14="http://schemas.microsoft.com/office/powerpoint/2010/main" val="2588981113"/>
              </p:ext>
            </p:extLst>
          </p:nvPr>
        </p:nvGraphicFramePr>
        <p:xfrm>
          <a:off x="179513" y="1340768"/>
          <a:ext cx="8784975" cy="5400600"/>
        </p:xfrm>
        <a:graphic>
          <a:graphicData uri="http://schemas.openxmlformats.org/drawingml/2006/table">
            <a:tbl>
              <a:tblPr firstRow="1" bandRow="1">
                <a:tableStyleId>{5C22544A-7EE6-4342-B048-85BDC9FD1C3A}</a:tableStyleId>
              </a:tblPr>
              <a:tblGrid>
                <a:gridCol w="1545221">
                  <a:extLst>
                    <a:ext uri="{9D8B030D-6E8A-4147-A177-3AD203B41FA5}">
                      <a16:colId xmlns="" xmlns:a16="http://schemas.microsoft.com/office/drawing/2014/main" val="20000"/>
                    </a:ext>
                  </a:extLst>
                </a:gridCol>
                <a:gridCol w="2669018">
                  <a:extLst>
                    <a:ext uri="{9D8B030D-6E8A-4147-A177-3AD203B41FA5}">
                      <a16:colId xmlns="" xmlns:a16="http://schemas.microsoft.com/office/drawing/2014/main" val="20001"/>
                    </a:ext>
                  </a:extLst>
                </a:gridCol>
                <a:gridCol w="2194472">
                  <a:extLst>
                    <a:ext uri="{9D8B030D-6E8A-4147-A177-3AD203B41FA5}">
                      <a16:colId xmlns="" xmlns:a16="http://schemas.microsoft.com/office/drawing/2014/main" val="20002"/>
                    </a:ext>
                  </a:extLst>
                </a:gridCol>
                <a:gridCol w="2376264">
                  <a:extLst>
                    <a:ext uri="{9D8B030D-6E8A-4147-A177-3AD203B41FA5}">
                      <a16:colId xmlns="" xmlns:a16="http://schemas.microsoft.com/office/drawing/2014/main" val="20003"/>
                    </a:ext>
                  </a:extLst>
                </a:gridCol>
              </a:tblGrid>
              <a:tr h="288032">
                <a:tc>
                  <a:txBody>
                    <a:bodyPr/>
                    <a:lstStyle/>
                    <a:p>
                      <a:pPr algn="ctr" latinLnBrk="1"/>
                      <a:r>
                        <a:rPr lang="ko-KR" altLang="en-US" sz="1200" b="1" dirty="0">
                          <a:solidFill>
                            <a:schemeClr val="tx1"/>
                          </a:solidFill>
                        </a:rPr>
                        <a:t>단위 업무명</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200" b="1" dirty="0">
                          <a:solidFill>
                            <a:schemeClr val="tx1"/>
                          </a:solidFill>
                        </a:rPr>
                        <a:t>자료실 리스트</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200" b="1" dirty="0" err="1">
                          <a:solidFill>
                            <a:schemeClr val="tx1"/>
                          </a:solidFill>
                        </a:rPr>
                        <a:t>화면명</a:t>
                      </a:r>
                      <a:r>
                        <a:rPr lang="en-US" altLang="ko-KR" sz="1200" b="1" dirty="0">
                          <a:solidFill>
                            <a:schemeClr val="tx1"/>
                          </a:solidFill>
                        </a:rPr>
                        <a:t>(ID)</a:t>
                      </a:r>
                      <a:endParaRPr lang="ko-KR" altLang="en-US" sz="1200" b="1"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1200" b="1"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0"/>
                  </a:ext>
                </a:extLst>
              </a:tr>
              <a:tr h="288032">
                <a:tc gridSpan="3">
                  <a:txBody>
                    <a:bodyPr/>
                    <a:lstStyle/>
                    <a:p>
                      <a:pPr algn="ctr" latinLnBrk="1"/>
                      <a:r>
                        <a:rPr lang="ko-KR" altLang="en-US" sz="1200" b="1" dirty="0">
                          <a:solidFill>
                            <a:schemeClr val="tx1"/>
                          </a:solidFill>
                        </a:rPr>
                        <a:t>화면 레이아웃</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hMerge="1">
                  <a:txBody>
                    <a:bodyPr/>
                    <a:lstStyle/>
                    <a:p>
                      <a:pPr latinLnBrk="1"/>
                      <a:endParaRPr lang="ko-KR" altLang="en-US"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hMerge="1">
                  <a:txBody>
                    <a:bodyPr/>
                    <a:lstStyle/>
                    <a:p>
                      <a:pPr latinLnBrk="1"/>
                      <a:endParaRPr lang="ko-KR" altLang="en-US"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200" b="1" dirty="0">
                          <a:solidFill>
                            <a:schemeClr val="tx1"/>
                          </a:solidFill>
                        </a:rPr>
                        <a:t>화면설명</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1"/>
                  </a:ext>
                </a:extLst>
              </a:tr>
              <a:tr h="4824536">
                <a:tc gridSpan="3">
                  <a:txBody>
                    <a:bodyPr/>
                    <a:lstStyle/>
                    <a:p>
                      <a:pPr latinLnBrk="1"/>
                      <a:endParaRPr lang="ko-KR" altLang="en-US"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hMerge="1">
                  <a:txBody>
                    <a:bodyPr/>
                    <a:lstStyle/>
                    <a:p>
                      <a:pPr latinLnBrk="1"/>
                      <a:endParaRPr lang="ko-KR" altLang="en-US"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hMerge="1">
                  <a:txBody>
                    <a:bodyPr/>
                    <a:lstStyle/>
                    <a:p>
                      <a:pPr latinLnBrk="1"/>
                      <a:endParaRPr lang="ko-KR" altLang="en-US"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latinLnBrk="1">
                        <a:buFont typeface="Arial" pitchFamily="34" charset="0"/>
                        <a:buNone/>
                      </a:pPr>
                      <a:endParaRPr lang="en-US" altLang="ko-KR" sz="1200" dirty="0">
                        <a:solidFill>
                          <a:schemeClr val="tx1"/>
                        </a:solidFill>
                      </a:endParaRPr>
                    </a:p>
                    <a:p>
                      <a:pPr marL="171450" indent="-171450" latinLnBrk="1">
                        <a:buFont typeface="Arial" panose="020B0604020202020204" pitchFamily="34" charset="0"/>
                        <a:buChar char="•"/>
                      </a:pPr>
                      <a:r>
                        <a:rPr lang="ko-KR" altLang="en-US" sz="1200" dirty="0">
                          <a:solidFill>
                            <a:schemeClr val="tx1"/>
                          </a:solidFill>
                        </a:rPr>
                        <a:t>자료실 메뉴 추가</a:t>
                      </a:r>
                      <a:endParaRPr lang="en-US" altLang="ko-KR" sz="1200" dirty="0">
                        <a:solidFill>
                          <a:schemeClr val="tx1"/>
                        </a:solidFill>
                      </a:endParaRPr>
                    </a:p>
                    <a:p>
                      <a:pPr marL="171450" indent="-171450" latinLnBrk="1">
                        <a:buFont typeface="Arial" panose="020B0604020202020204" pitchFamily="34" charset="0"/>
                        <a:buChar char="•"/>
                      </a:pPr>
                      <a:r>
                        <a:rPr lang="ko-KR" altLang="en-US" sz="1200" dirty="0" err="1">
                          <a:solidFill>
                            <a:schemeClr val="tx1"/>
                          </a:solidFill>
                        </a:rPr>
                        <a:t>페이징</a:t>
                      </a:r>
                      <a:r>
                        <a:rPr lang="ko-KR" altLang="en-US" sz="1200" dirty="0">
                          <a:solidFill>
                            <a:schemeClr val="tx1"/>
                          </a:solidFill>
                        </a:rPr>
                        <a:t> 처리</a:t>
                      </a:r>
                      <a:endParaRPr lang="en-US" altLang="ko-KR" sz="1200" dirty="0">
                        <a:solidFill>
                          <a:schemeClr val="tx1"/>
                        </a:solidFill>
                      </a:endParaRPr>
                    </a:p>
                    <a:p>
                      <a:pPr marL="0" indent="0" latinLnBrk="1">
                        <a:buFont typeface="Arial" panose="020B0604020202020204" pitchFamily="34" charset="0"/>
                        <a:buNone/>
                      </a:pPr>
                      <a:endParaRPr lang="en-US" altLang="ko-KR" sz="1200"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2"/>
                  </a:ext>
                </a:extLst>
              </a:tr>
            </a:tbl>
          </a:graphicData>
        </a:graphic>
      </p:graphicFrame>
      <p:pic>
        <p:nvPicPr>
          <p:cNvPr id="5122" name="Picture 2" descr="C:\Users\BIL\Desktop\mavenboard 캡처본\캡처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2204864"/>
            <a:ext cx="5832648" cy="42370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64154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표 3"/>
          <p:cNvGraphicFramePr>
            <a:graphicFrameLocks noGrp="1"/>
          </p:cNvGraphicFramePr>
          <p:nvPr>
            <p:extLst>
              <p:ext uri="{D42A27DB-BD31-4B8C-83A1-F6EECF244321}">
                <p14:modId xmlns:p14="http://schemas.microsoft.com/office/powerpoint/2010/main" val="4114582205"/>
              </p:ext>
            </p:extLst>
          </p:nvPr>
        </p:nvGraphicFramePr>
        <p:xfrm>
          <a:off x="179512" y="260649"/>
          <a:ext cx="8784976" cy="936105"/>
        </p:xfrm>
        <a:graphic>
          <a:graphicData uri="http://schemas.openxmlformats.org/drawingml/2006/table">
            <a:tbl>
              <a:tblPr firstRow="1" bandRow="1">
                <a:tableStyleId>{5C22544A-7EE6-4342-B048-85BDC9FD1C3A}</a:tableStyleId>
              </a:tblPr>
              <a:tblGrid>
                <a:gridCol w="1587181">
                  <a:extLst>
                    <a:ext uri="{9D8B030D-6E8A-4147-A177-3AD203B41FA5}">
                      <a16:colId xmlns="" xmlns:a16="http://schemas.microsoft.com/office/drawing/2014/main" val="20000"/>
                    </a:ext>
                  </a:extLst>
                </a:gridCol>
                <a:gridCol w="1484389">
                  <a:extLst>
                    <a:ext uri="{9D8B030D-6E8A-4147-A177-3AD203B41FA5}">
                      <a16:colId xmlns="" xmlns:a16="http://schemas.microsoft.com/office/drawing/2014/main" val="20001"/>
                    </a:ext>
                  </a:extLst>
                </a:gridCol>
                <a:gridCol w="1233563">
                  <a:extLst>
                    <a:ext uri="{9D8B030D-6E8A-4147-A177-3AD203B41FA5}">
                      <a16:colId xmlns="" xmlns:a16="http://schemas.microsoft.com/office/drawing/2014/main" val="20002"/>
                    </a:ext>
                  </a:extLst>
                </a:gridCol>
                <a:gridCol w="1375446">
                  <a:extLst>
                    <a:ext uri="{9D8B030D-6E8A-4147-A177-3AD203B41FA5}">
                      <a16:colId xmlns="" xmlns:a16="http://schemas.microsoft.com/office/drawing/2014/main" val="20003"/>
                    </a:ext>
                  </a:extLst>
                </a:gridCol>
                <a:gridCol w="1479384">
                  <a:extLst>
                    <a:ext uri="{9D8B030D-6E8A-4147-A177-3AD203B41FA5}">
                      <a16:colId xmlns="" xmlns:a16="http://schemas.microsoft.com/office/drawing/2014/main" val="20004"/>
                    </a:ext>
                  </a:extLst>
                </a:gridCol>
                <a:gridCol w="1625013">
                  <a:extLst>
                    <a:ext uri="{9D8B030D-6E8A-4147-A177-3AD203B41FA5}">
                      <a16:colId xmlns="" xmlns:a16="http://schemas.microsoft.com/office/drawing/2014/main" val="20005"/>
                    </a:ext>
                  </a:extLst>
                </a:gridCol>
              </a:tblGrid>
              <a:tr h="312035">
                <a:tc>
                  <a:txBody>
                    <a:bodyPr/>
                    <a:lstStyle/>
                    <a:p>
                      <a:pPr algn="ctr" latinLnBrk="1"/>
                      <a:r>
                        <a:rPr lang="ko-KR" altLang="en-US" sz="1100" b="1" dirty="0">
                          <a:solidFill>
                            <a:schemeClr val="tx1"/>
                          </a:solidFill>
                        </a:rPr>
                        <a:t>문   서   명</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ko-KR" altLang="en-US" sz="1100" b="0" dirty="0">
                          <a:solidFill>
                            <a:schemeClr val="tx1"/>
                          </a:solidFill>
                        </a:rPr>
                        <a:t>화면 설계도</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100" b="1" dirty="0">
                          <a:solidFill>
                            <a:schemeClr val="tx1"/>
                          </a:solidFill>
                        </a:rPr>
                        <a:t>시  </a:t>
                      </a:r>
                      <a:r>
                        <a:rPr lang="ko-KR" altLang="en-US" sz="1100" b="1" dirty="0" err="1">
                          <a:solidFill>
                            <a:schemeClr val="tx1"/>
                          </a:solidFill>
                        </a:rPr>
                        <a:t>스</a:t>
                      </a:r>
                      <a:r>
                        <a:rPr lang="ko-KR" altLang="en-US" sz="1100" b="1" dirty="0">
                          <a:solidFill>
                            <a:schemeClr val="tx1"/>
                          </a:solidFill>
                        </a:rPr>
                        <a:t>  </a:t>
                      </a:r>
                      <a:r>
                        <a:rPr lang="ko-KR" altLang="en-US" sz="1100" b="1" dirty="0" err="1">
                          <a:solidFill>
                            <a:schemeClr val="tx1"/>
                          </a:solidFill>
                        </a:rPr>
                        <a:t>템</a:t>
                      </a:r>
                      <a:endParaRPr lang="ko-KR" altLang="en-US" sz="11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en-US" altLang="ko-KR" sz="1100" b="0" dirty="0" err="1">
                          <a:solidFill>
                            <a:schemeClr val="tx1"/>
                          </a:solidFill>
                        </a:rPr>
                        <a:t>mavenBoard</a:t>
                      </a:r>
                      <a:endParaRPr lang="ko-KR" altLang="en-US" sz="11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100" b="1" dirty="0">
                          <a:solidFill>
                            <a:schemeClr val="tx1"/>
                          </a:solidFill>
                        </a:rPr>
                        <a:t>작   성   자</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ko-KR" altLang="en-US" sz="1100" b="0" dirty="0" smtClean="0">
                          <a:solidFill>
                            <a:schemeClr val="tx1"/>
                          </a:solidFill>
                        </a:rPr>
                        <a:t>임형진</a:t>
                      </a:r>
                      <a:endParaRPr lang="ko-KR" altLang="en-US" sz="1100" b="0" dirty="0">
                        <a:solidFill>
                          <a:schemeClr val="tx1"/>
                        </a:solidFill>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0"/>
                  </a:ext>
                </a:extLst>
              </a:tr>
              <a:tr h="312035">
                <a:tc>
                  <a:txBody>
                    <a:bodyPr/>
                    <a:lstStyle/>
                    <a:p>
                      <a:pPr algn="ctr" latinLnBrk="1"/>
                      <a:r>
                        <a:rPr lang="ko-KR" altLang="en-US" sz="1100" b="1" dirty="0">
                          <a:solidFill>
                            <a:schemeClr val="tx1"/>
                          </a:solidFill>
                        </a:rPr>
                        <a:t>문 서 번 호</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endParaRPr lang="ko-KR" altLang="en-US" sz="11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100" b="1">
                          <a:solidFill>
                            <a:schemeClr val="tx1"/>
                          </a:solidFill>
                        </a:rPr>
                        <a:t>활       동</a:t>
                      </a:r>
                      <a:endParaRPr lang="ko-KR" altLang="en-US" sz="11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endParaRPr lang="ko-KR" altLang="en-US" sz="11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100" b="1" dirty="0">
                          <a:solidFill>
                            <a:schemeClr val="tx1"/>
                          </a:solidFill>
                        </a:rPr>
                        <a:t>작   성   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en-US" altLang="ko-KR" sz="1100" b="0" dirty="0" smtClean="0">
                          <a:solidFill>
                            <a:schemeClr val="tx1"/>
                          </a:solidFill>
                        </a:rPr>
                        <a:t>2020.01.01</a:t>
                      </a:r>
                      <a:endParaRPr lang="ko-KR" altLang="en-US" sz="1100" b="0" dirty="0">
                        <a:solidFill>
                          <a:schemeClr val="tx1"/>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1"/>
                  </a:ext>
                </a:extLst>
              </a:tr>
              <a:tr h="312035">
                <a:tc>
                  <a:txBody>
                    <a:bodyPr/>
                    <a:lstStyle/>
                    <a:p>
                      <a:pPr algn="ctr" latinLnBrk="1"/>
                      <a:r>
                        <a:rPr lang="ko-KR" altLang="en-US" sz="1100" b="1" dirty="0" err="1">
                          <a:solidFill>
                            <a:schemeClr val="tx1"/>
                          </a:solidFill>
                        </a:rPr>
                        <a:t>버</a:t>
                      </a:r>
                      <a:r>
                        <a:rPr lang="ko-KR" altLang="en-US" sz="1100" b="1" dirty="0">
                          <a:solidFill>
                            <a:schemeClr val="tx1"/>
                          </a:solidFill>
                        </a:rPr>
                        <a:t>         전</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latinLnBrk="1"/>
                      <a:endParaRPr lang="ko-KR" altLang="en-US" sz="11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latinLnBrk="1"/>
                      <a:endParaRPr lang="ko-KR" altLang="en-US" sz="11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latinLnBrk="1"/>
                      <a:endParaRPr lang="ko-KR" altLang="en-US" sz="11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latinLnBrk="1"/>
                      <a:r>
                        <a:rPr lang="ko-KR" altLang="en-US" sz="1100" b="1" dirty="0">
                          <a:solidFill>
                            <a:schemeClr val="tx1"/>
                          </a:solidFill>
                        </a:rPr>
                        <a:t>승   인   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latinLnBrk="1"/>
                      <a:endParaRPr lang="ko-KR" altLang="en-US" sz="1100" b="0" dirty="0">
                        <a:solidFill>
                          <a:schemeClr val="tx1"/>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 xmlns:a16="http://schemas.microsoft.com/office/drawing/2014/main" val="10002"/>
                  </a:ext>
                </a:extLst>
              </a:tr>
            </a:tbl>
          </a:graphicData>
        </a:graphic>
      </p:graphicFrame>
      <p:graphicFrame>
        <p:nvGraphicFramePr>
          <p:cNvPr id="6" name="표 5"/>
          <p:cNvGraphicFramePr>
            <a:graphicFrameLocks noGrp="1"/>
          </p:cNvGraphicFramePr>
          <p:nvPr>
            <p:extLst>
              <p:ext uri="{D42A27DB-BD31-4B8C-83A1-F6EECF244321}">
                <p14:modId xmlns:p14="http://schemas.microsoft.com/office/powerpoint/2010/main" val="3049798178"/>
              </p:ext>
            </p:extLst>
          </p:nvPr>
        </p:nvGraphicFramePr>
        <p:xfrm>
          <a:off x="179513" y="1340768"/>
          <a:ext cx="8784975" cy="5400600"/>
        </p:xfrm>
        <a:graphic>
          <a:graphicData uri="http://schemas.openxmlformats.org/drawingml/2006/table">
            <a:tbl>
              <a:tblPr firstRow="1" bandRow="1">
                <a:tableStyleId>{5C22544A-7EE6-4342-B048-85BDC9FD1C3A}</a:tableStyleId>
              </a:tblPr>
              <a:tblGrid>
                <a:gridCol w="1545221">
                  <a:extLst>
                    <a:ext uri="{9D8B030D-6E8A-4147-A177-3AD203B41FA5}">
                      <a16:colId xmlns="" xmlns:a16="http://schemas.microsoft.com/office/drawing/2014/main" val="20000"/>
                    </a:ext>
                  </a:extLst>
                </a:gridCol>
                <a:gridCol w="2669018">
                  <a:extLst>
                    <a:ext uri="{9D8B030D-6E8A-4147-A177-3AD203B41FA5}">
                      <a16:colId xmlns="" xmlns:a16="http://schemas.microsoft.com/office/drawing/2014/main" val="20001"/>
                    </a:ext>
                  </a:extLst>
                </a:gridCol>
                <a:gridCol w="2194472">
                  <a:extLst>
                    <a:ext uri="{9D8B030D-6E8A-4147-A177-3AD203B41FA5}">
                      <a16:colId xmlns="" xmlns:a16="http://schemas.microsoft.com/office/drawing/2014/main" val="20002"/>
                    </a:ext>
                  </a:extLst>
                </a:gridCol>
                <a:gridCol w="2376264">
                  <a:extLst>
                    <a:ext uri="{9D8B030D-6E8A-4147-A177-3AD203B41FA5}">
                      <a16:colId xmlns="" xmlns:a16="http://schemas.microsoft.com/office/drawing/2014/main" val="20003"/>
                    </a:ext>
                  </a:extLst>
                </a:gridCol>
              </a:tblGrid>
              <a:tr h="288032">
                <a:tc>
                  <a:txBody>
                    <a:bodyPr/>
                    <a:lstStyle/>
                    <a:p>
                      <a:pPr algn="ctr" latinLnBrk="1"/>
                      <a:r>
                        <a:rPr lang="ko-KR" altLang="en-US" sz="1200" b="1" dirty="0">
                          <a:solidFill>
                            <a:schemeClr val="tx1"/>
                          </a:solidFill>
                        </a:rPr>
                        <a:t>단위 업무명</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200" b="1" dirty="0">
                          <a:solidFill>
                            <a:schemeClr val="tx1"/>
                          </a:solidFill>
                        </a:rPr>
                        <a:t>자료실 저장</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200" b="1" dirty="0" err="1">
                          <a:solidFill>
                            <a:schemeClr val="tx1"/>
                          </a:solidFill>
                        </a:rPr>
                        <a:t>화면명</a:t>
                      </a:r>
                      <a:r>
                        <a:rPr lang="en-US" altLang="ko-KR" sz="1200" b="1" dirty="0">
                          <a:solidFill>
                            <a:schemeClr val="tx1"/>
                          </a:solidFill>
                        </a:rPr>
                        <a:t>(ID)</a:t>
                      </a:r>
                      <a:endParaRPr lang="ko-KR" altLang="en-US" sz="1200" b="1"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1200" b="1"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0"/>
                  </a:ext>
                </a:extLst>
              </a:tr>
              <a:tr h="288032">
                <a:tc gridSpan="3">
                  <a:txBody>
                    <a:bodyPr/>
                    <a:lstStyle/>
                    <a:p>
                      <a:pPr algn="ctr" latinLnBrk="1"/>
                      <a:r>
                        <a:rPr lang="ko-KR" altLang="en-US" sz="1200" b="1" dirty="0">
                          <a:solidFill>
                            <a:schemeClr val="tx1"/>
                          </a:solidFill>
                        </a:rPr>
                        <a:t>화면 레이아웃</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hMerge="1">
                  <a:txBody>
                    <a:bodyPr/>
                    <a:lstStyle/>
                    <a:p>
                      <a:pPr latinLnBrk="1"/>
                      <a:endParaRPr lang="ko-KR" altLang="en-US"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hMerge="1">
                  <a:txBody>
                    <a:bodyPr/>
                    <a:lstStyle/>
                    <a:p>
                      <a:pPr latinLnBrk="1"/>
                      <a:endParaRPr lang="ko-KR" altLang="en-US"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200" b="1" dirty="0">
                          <a:solidFill>
                            <a:schemeClr val="tx1"/>
                          </a:solidFill>
                        </a:rPr>
                        <a:t>화면설명</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1"/>
                  </a:ext>
                </a:extLst>
              </a:tr>
              <a:tr h="4824536">
                <a:tc gridSpan="3">
                  <a:txBody>
                    <a:bodyPr/>
                    <a:lstStyle/>
                    <a:p>
                      <a:pPr latinLnBrk="1"/>
                      <a:endParaRPr lang="ko-KR" altLang="en-US"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hMerge="1">
                  <a:txBody>
                    <a:bodyPr/>
                    <a:lstStyle/>
                    <a:p>
                      <a:pPr latinLnBrk="1"/>
                      <a:endParaRPr lang="ko-KR" altLang="en-US"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hMerge="1">
                  <a:txBody>
                    <a:bodyPr/>
                    <a:lstStyle/>
                    <a:p>
                      <a:pPr latinLnBrk="1"/>
                      <a:endParaRPr lang="ko-KR" altLang="en-US"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285750" indent="-285750" latinLnBrk="1">
                        <a:buFont typeface="Arial" pitchFamily="34" charset="0"/>
                        <a:buChar char="•"/>
                      </a:pPr>
                      <a:r>
                        <a:rPr lang="ko-KR" altLang="en-US" sz="1200" dirty="0">
                          <a:solidFill>
                            <a:schemeClr val="tx1"/>
                          </a:solidFill>
                        </a:rPr>
                        <a:t>파일 추가가 가능한 게시판 작성</a:t>
                      </a:r>
                      <a:r>
                        <a:rPr lang="en-US" altLang="ko-KR" sz="1200" dirty="0">
                          <a:solidFill>
                            <a:schemeClr val="tx1"/>
                          </a:solidFill>
                        </a:rPr>
                        <a:t>.</a:t>
                      </a:r>
                    </a:p>
                    <a:p>
                      <a:pPr marL="285750" indent="-285750" latinLnBrk="1">
                        <a:buFont typeface="Arial" pitchFamily="34" charset="0"/>
                        <a:buChar char="•"/>
                      </a:pPr>
                      <a:r>
                        <a:rPr lang="ko-KR" altLang="en-US" sz="1200" baseline="0" dirty="0">
                          <a:solidFill>
                            <a:schemeClr val="tx1"/>
                          </a:solidFill>
                        </a:rPr>
                        <a:t>리스트로 클릭 시 자료실 리스트로 이동</a:t>
                      </a:r>
                      <a:endParaRPr lang="en-US" altLang="ko-KR" sz="1200" baseline="0" dirty="0">
                        <a:solidFill>
                          <a:schemeClr val="tx1"/>
                        </a:solidFill>
                      </a:endParaRPr>
                    </a:p>
                    <a:p>
                      <a:pPr marL="285750" indent="-285750" latinLnBrk="1">
                        <a:buFont typeface="Arial" pitchFamily="34" charset="0"/>
                        <a:buChar char="•"/>
                      </a:pPr>
                      <a:r>
                        <a:rPr lang="ko-KR" altLang="en-US" sz="1200" baseline="0" dirty="0">
                          <a:solidFill>
                            <a:schemeClr val="tx1"/>
                          </a:solidFill>
                        </a:rPr>
                        <a:t>각 버튼의 기능 구현</a:t>
                      </a:r>
                      <a:endParaRPr lang="en-US" altLang="ko-KR" sz="1200" baseline="0" dirty="0">
                        <a:solidFill>
                          <a:schemeClr val="tx1"/>
                        </a:solidFill>
                      </a:endParaRPr>
                    </a:p>
                    <a:p>
                      <a:pPr marL="285750" indent="-285750" latinLnBrk="1">
                        <a:buFont typeface="Arial" pitchFamily="34" charset="0"/>
                        <a:buChar char="•"/>
                      </a:pPr>
                      <a:r>
                        <a:rPr lang="ko-KR" altLang="en-US" sz="1200" baseline="0" dirty="0">
                          <a:solidFill>
                            <a:schemeClr val="tx1"/>
                          </a:solidFill>
                        </a:rPr>
                        <a:t>글쓰기 버튼 이후 저장 후  상세보기 화면으로 이동</a:t>
                      </a:r>
                      <a:endParaRPr lang="en-US" altLang="ko-KR" sz="1200" baseline="0" dirty="0">
                        <a:solidFill>
                          <a:schemeClr val="tx1"/>
                        </a:solidFill>
                      </a:endParaRPr>
                    </a:p>
                    <a:p>
                      <a:pPr marL="285750" indent="-285750" latinLnBrk="1">
                        <a:buFont typeface="Arial" pitchFamily="34" charset="0"/>
                        <a:buChar char="•"/>
                      </a:pPr>
                      <a:r>
                        <a:rPr lang="en-US" altLang="ko-KR" sz="1200" baseline="0" dirty="0">
                          <a:solidFill>
                            <a:schemeClr val="tx1"/>
                          </a:solidFill>
                        </a:rPr>
                        <a:t>DB </a:t>
                      </a:r>
                      <a:r>
                        <a:rPr lang="ko-KR" altLang="en-US" sz="1200" baseline="0" dirty="0">
                          <a:solidFill>
                            <a:schemeClr val="tx1"/>
                          </a:solidFill>
                        </a:rPr>
                        <a:t>테이블 </a:t>
                      </a:r>
                      <a:r>
                        <a:rPr lang="en-US" altLang="ko-KR" sz="1200" baseline="0" dirty="0">
                          <a:solidFill>
                            <a:schemeClr val="tx1"/>
                          </a:solidFill>
                        </a:rPr>
                        <a:t>2</a:t>
                      </a:r>
                      <a:r>
                        <a:rPr lang="ko-KR" altLang="en-US" sz="1200" baseline="0" dirty="0">
                          <a:solidFill>
                            <a:schemeClr val="tx1"/>
                          </a:solidFill>
                        </a:rPr>
                        <a:t>개 생성 후 작업</a:t>
                      </a:r>
                      <a:r>
                        <a:rPr lang="en-US" altLang="ko-KR" sz="1200" baseline="0" dirty="0">
                          <a:solidFill>
                            <a:schemeClr val="tx1"/>
                          </a:solidFill>
                        </a:rPr>
                        <a:t> (</a:t>
                      </a:r>
                      <a:r>
                        <a:rPr lang="ko-KR" altLang="en-US" sz="1200" baseline="0" dirty="0">
                          <a:solidFill>
                            <a:schemeClr val="tx1"/>
                          </a:solidFill>
                        </a:rPr>
                        <a:t>시퀀스</a:t>
                      </a:r>
                      <a:r>
                        <a:rPr lang="en-US" altLang="ko-KR" sz="1200" baseline="0" dirty="0">
                          <a:solidFill>
                            <a:schemeClr val="tx1"/>
                          </a:solidFill>
                        </a:rPr>
                        <a:t>, </a:t>
                      </a:r>
                      <a:r>
                        <a:rPr lang="ko-KR" altLang="en-US" sz="1200" baseline="0" dirty="0">
                          <a:solidFill>
                            <a:schemeClr val="tx1"/>
                          </a:solidFill>
                        </a:rPr>
                        <a:t>작성자</a:t>
                      </a:r>
                      <a:r>
                        <a:rPr lang="en-US" altLang="ko-KR" sz="1200" baseline="0" dirty="0">
                          <a:solidFill>
                            <a:schemeClr val="tx1"/>
                          </a:solidFill>
                        </a:rPr>
                        <a:t>,</a:t>
                      </a:r>
                      <a:r>
                        <a:rPr lang="ko-KR" altLang="en-US" sz="1200" baseline="0" dirty="0">
                          <a:solidFill>
                            <a:schemeClr val="tx1"/>
                          </a:solidFill>
                        </a:rPr>
                        <a:t> 제목</a:t>
                      </a:r>
                      <a:r>
                        <a:rPr lang="en-US" altLang="ko-KR" sz="1200" baseline="0" dirty="0">
                          <a:solidFill>
                            <a:schemeClr val="tx1"/>
                          </a:solidFill>
                        </a:rPr>
                        <a:t>,</a:t>
                      </a:r>
                      <a:r>
                        <a:rPr lang="ko-KR" altLang="en-US" sz="1200" baseline="0" dirty="0">
                          <a:solidFill>
                            <a:schemeClr val="tx1"/>
                          </a:solidFill>
                        </a:rPr>
                        <a:t> 내용</a:t>
                      </a:r>
                      <a:r>
                        <a:rPr lang="en-US" altLang="ko-KR" sz="1200" baseline="0" dirty="0">
                          <a:solidFill>
                            <a:schemeClr val="tx1"/>
                          </a:solidFill>
                        </a:rPr>
                        <a:t>, </a:t>
                      </a:r>
                      <a:r>
                        <a:rPr lang="ko-KR" altLang="en-US" sz="1200" baseline="0" dirty="0">
                          <a:solidFill>
                            <a:schemeClr val="tx1"/>
                          </a:solidFill>
                        </a:rPr>
                        <a:t>등록일 등이 저장 되는 테이블</a:t>
                      </a:r>
                      <a:r>
                        <a:rPr lang="en-US" altLang="ko-KR" sz="1200" baseline="0" dirty="0">
                          <a:solidFill>
                            <a:schemeClr val="tx1"/>
                          </a:solidFill>
                        </a:rPr>
                        <a:t> </a:t>
                      </a:r>
                      <a:r>
                        <a:rPr lang="ko-KR" altLang="en-US" sz="1200" baseline="0" dirty="0">
                          <a:solidFill>
                            <a:schemeClr val="tx1"/>
                          </a:solidFill>
                        </a:rPr>
                        <a:t>및</a:t>
                      </a:r>
                      <a:r>
                        <a:rPr lang="en-US" altLang="ko-KR" sz="1200" baseline="0" dirty="0">
                          <a:solidFill>
                            <a:schemeClr val="tx1"/>
                          </a:solidFill>
                        </a:rPr>
                        <a:t> </a:t>
                      </a:r>
                      <a:r>
                        <a:rPr lang="ko-KR" altLang="en-US" sz="1200" baseline="0" dirty="0">
                          <a:solidFill>
                            <a:schemeClr val="tx1"/>
                          </a:solidFill>
                        </a:rPr>
                        <a:t>파일 시퀀스</a:t>
                      </a:r>
                      <a:r>
                        <a:rPr lang="en-US" altLang="ko-KR" sz="1200" baseline="0" dirty="0">
                          <a:solidFill>
                            <a:schemeClr val="tx1"/>
                          </a:solidFill>
                        </a:rPr>
                        <a:t>, </a:t>
                      </a:r>
                      <a:r>
                        <a:rPr lang="ko-KR" altLang="en-US" sz="1200" baseline="0" dirty="0" err="1">
                          <a:solidFill>
                            <a:schemeClr val="tx1"/>
                          </a:solidFill>
                        </a:rPr>
                        <a:t>글번호</a:t>
                      </a:r>
                      <a:r>
                        <a:rPr lang="en-US" altLang="ko-KR" sz="1200" baseline="0" dirty="0">
                          <a:solidFill>
                            <a:schemeClr val="tx1"/>
                          </a:solidFill>
                        </a:rPr>
                        <a:t>, </a:t>
                      </a:r>
                      <a:r>
                        <a:rPr lang="ko-KR" altLang="en-US" sz="1200" baseline="0" dirty="0">
                          <a:solidFill>
                            <a:schemeClr val="tx1"/>
                          </a:solidFill>
                        </a:rPr>
                        <a:t>파일명</a:t>
                      </a:r>
                      <a:r>
                        <a:rPr lang="en-US" altLang="ko-KR" sz="1200" baseline="0" dirty="0">
                          <a:solidFill>
                            <a:schemeClr val="tx1"/>
                          </a:solidFill>
                        </a:rPr>
                        <a:t>, </a:t>
                      </a:r>
                      <a:r>
                        <a:rPr lang="ko-KR" altLang="en-US" sz="1200" baseline="0" dirty="0">
                          <a:solidFill>
                            <a:schemeClr val="tx1"/>
                          </a:solidFill>
                        </a:rPr>
                        <a:t>변환된 파일명</a:t>
                      </a:r>
                      <a:r>
                        <a:rPr lang="en-US" altLang="ko-KR" sz="1200" baseline="0" dirty="0">
                          <a:solidFill>
                            <a:schemeClr val="tx1"/>
                          </a:solidFill>
                        </a:rPr>
                        <a:t>, </a:t>
                      </a:r>
                      <a:r>
                        <a:rPr lang="ko-KR" altLang="en-US" sz="1200" baseline="0" dirty="0">
                          <a:solidFill>
                            <a:schemeClr val="tx1"/>
                          </a:solidFill>
                        </a:rPr>
                        <a:t>등록일</a:t>
                      </a:r>
                      <a:r>
                        <a:rPr lang="en-US" altLang="ko-KR" sz="1200" baseline="0" dirty="0">
                          <a:solidFill>
                            <a:schemeClr val="tx1"/>
                          </a:solidFill>
                        </a:rPr>
                        <a:t>, </a:t>
                      </a:r>
                      <a:r>
                        <a:rPr lang="ko-KR" altLang="en-US" sz="1200" baseline="0" dirty="0">
                          <a:solidFill>
                            <a:schemeClr val="tx1"/>
                          </a:solidFill>
                        </a:rPr>
                        <a:t>사용여부 등이 저장되는 테이블 생성</a:t>
                      </a:r>
                      <a:r>
                        <a:rPr lang="en-US" altLang="ko-KR" sz="1200" baseline="0" dirty="0">
                          <a:solidFill>
                            <a:schemeClr val="tx1"/>
                          </a:solidFill>
                        </a:rPr>
                        <a:t>)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2"/>
                  </a:ext>
                </a:extLst>
              </a:tr>
            </a:tbl>
          </a:graphicData>
        </a:graphic>
      </p:graphicFrame>
      <p:pic>
        <p:nvPicPr>
          <p:cNvPr id="6146" name="Picture 2" descr="C:\Users\BIL\Desktop\mavenboard 캡처본\캡처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2060848"/>
            <a:ext cx="5616624" cy="45783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23605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표 3"/>
          <p:cNvGraphicFramePr>
            <a:graphicFrameLocks noGrp="1"/>
          </p:cNvGraphicFramePr>
          <p:nvPr>
            <p:extLst>
              <p:ext uri="{D42A27DB-BD31-4B8C-83A1-F6EECF244321}">
                <p14:modId xmlns:p14="http://schemas.microsoft.com/office/powerpoint/2010/main" val="1415466159"/>
              </p:ext>
            </p:extLst>
          </p:nvPr>
        </p:nvGraphicFramePr>
        <p:xfrm>
          <a:off x="179512" y="260649"/>
          <a:ext cx="8784976" cy="936105"/>
        </p:xfrm>
        <a:graphic>
          <a:graphicData uri="http://schemas.openxmlformats.org/drawingml/2006/table">
            <a:tbl>
              <a:tblPr firstRow="1" bandRow="1">
                <a:tableStyleId>{5C22544A-7EE6-4342-B048-85BDC9FD1C3A}</a:tableStyleId>
              </a:tblPr>
              <a:tblGrid>
                <a:gridCol w="1587181">
                  <a:extLst>
                    <a:ext uri="{9D8B030D-6E8A-4147-A177-3AD203B41FA5}">
                      <a16:colId xmlns="" xmlns:a16="http://schemas.microsoft.com/office/drawing/2014/main" val="20000"/>
                    </a:ext>
                  </a:extLst>
                </a:gridCol>
                <a:gridCol w="1484389">
                  <a:extLst>
                    <a:ext uri="{9D8B030D-6E8A-4147-A177-3AD203B41FA5}">
                      <a16:colId xmlns="" xmlns:a16="http://schemas.microsoft.com/office/drawing/2014/main" val="20001"/>
                    </a:ext>
                  </a:extLst>
                </a:gridCol>
                <a:gridCol w="1233563">
                  <a:extLst>
                    <a:ext uri="{9D8B030D-6E8A-4147-A177-3AD203B41FA5}">
                      <a16:colId xmlns="" xmlns:a16="http://schemas.microsoft.com/office/drawing/2014/main" val="20002"/>
                    </a:ext>
                  </a:extLst>
                </a:gridCol>
                <a:gridCol w="1375446">
                  <a:extLst>
                    <a:ext uri="{9D8B030D-6E8A-4147-A177-3AD203B41FA5}">
                      <a16:colId xmlns="" xmlns:a16="http://schemas.microsoft.com/office/drawing/2014/main" val="20003"/>
                    </a:ext>
                  </a:extLst>
                </a:gridCol>
                <a:gridCol w="1479384">
                  <a:extLst>
                    <a:ext uri="{9D8B030D-6E8A-4147-A177-3AD203B41FA5}">
                      <a16:colId xmlns="" xmlns:a16="http://schemas.microsoft.com/office/drawing/2014/main" val="20004"/>
                    </a:ext>
                  </a:extLst>
                </a:gridCol>
                <a:gridCol w="1625013">
                  <a:extLst>
                    <a:ext uri="{9D8B030D-6E8A-4147-A177-3AD203B41FA5}">
                      <a16:colId xmlns="" xmlns:a16="http://schemas.microsoft.com/office/drawing/2014/main" val="20005"/>
                    </a:ext>
                  </a:extLst>
                </a:gridCol>
              </a:tblGrid>
              <a:tr h="312035">
                <a:tc>
                  <a:txBody>
                    <a:bodyPr/>
                    <a:lstStyle/>
                    <a:p>
                      <a:pPr algn="ctr" latinLnBrk="1"/>
                      <a:r>
                        <a:rPr lang="ko-KR" altLang="en-US" sz="1100" b="1" dirty="0">
                          <a:solidFill>
                            <a:schemeClr val="tx1"/>
                          </a:solidFill>
                        </a:rPr>
                        <a:t>문   서   명</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ko-KR" altLang="en-US" sz="1100" b="0" dirty="0">
                          <a:solidFill>
                            <a:schemeClr val="tx1"/>
                          </a:solidFill>
                        </a:rPr>
                        <a:t>화면 설계도</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100" b="1" dirty="0">
                          <a:solidFill>
                            <a:schemeClr val="tx1"/>
                          </a:solidFill>
                        </a:rPr>
                        <a:t>시  </a:t>
                      </a:r>
                      <a:r>
                        <a:rPr lang="ko-KR" altLang="en-US" sz="1100" b="1" dirty="0" err="1">
                          <a:solidFill>
                            <a:schemeClr val="tx1"/>
                          </a:solidFill>
                        </a:rPr>
                        <a:t>스</a:t>
                      </a:r>
                      <a:r>
                        <a:rPr lang="ko-KR" altLang="en-US" sz="1100" b="1" dirty="0">
                          <a:solidFill>
                            <a:schemeClr val="tx1"/>
                          </a:solidFill>
                        </a:rPr>
                        <a:t>  </a:t>
                      </a:r>
                      <a:r>
                        <a:rPr lang="ko-KR" altLang="en-US" sz="1100" b="1" dirty="0" err="1">
                          <a:solidFill>
                            <a:schemeClr val="tx1"/>
                          </a:solidFill>
                        </a:rPr>
                        <a:t>템</a:t>
                      </a:r>
                      <a:endParaRPr lang="ko-KR" altLang="en-US" sz="11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en-US" altLang="ko-KR" sz="1100" b="0" dirty="0" err="1">
                          <a:solidFill>
                            <a:schemeClr val="tx1"/>
                          </a:solidFill>
                        </a:rPr>
                        <a:t>mavenBoard</a:t>
                      </a:r>
                      <a:endParaRPr lang="ko-KR" altLang="en-US" sz="11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100" b="1" dirty="0">
                          <a:solidFill>
                            <a:schemeClr val="tx1"/>
                          </a:solidFill>
                        </a:rPr>
                        <a:t>작   성   자</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ko-KR" altLang="en-US" sz="1100" b="0" smtClean="0">
                          <a:solidFill>
                            <a:schemeClr val="tx1"/>
                          </a:solidFill>
                        </a:rPr>
                        <a:t>임형진</a:t>
                      </a:r>
                      <a:endParaRPr lang="ko-KR" altLang="en-US" sz="1100" b="0" dirty="0">
                        <a:solidFill>
                          <a:schemeClr val="tx1"/>
                        </a:solidFill>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0"/>
                  </a:ext>
                </a:extLst>
              </a:tr>
              <a:tr h="312035">
                <a:tc>
                  <a:txBody>
                    <a:bodyPr/>
                    <a:lstStyle/>
                    <a:p>
                      <a:pPr algn="ctr" latinLnBrk="1"/>
                      <a:r>
                        <a:rPr lang="ko-KR" altLang="en-US" sz="1100" b="1" dirty="0">
                          <a:solidFill>
                            <a:schemeClr val="tx1"/>
                          </a:solidFill>
                        </a:rPr>
                        <a:t>문 서 번 호</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endParaRPr lang="ko-KR" altLang="en-US" sz="11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100" b="1">
                          <a:solidFill>
                            <a:schemeClr val="tx1"/>
                          </a:solidFill>
                        </a:rPr>
                        <a:t>활       동</a:t>
                      </a:r>
                      <a:endParaRPr lang="ko-KR" altLang="en-US" sz="11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endParaRPr lang="ko-KR" altLang="en-US" sz="11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100" b="1" dirty="0">
                          <a:solidFill>
                            <a:schemeClr val="tx1"/>
                          </a:solidFill>
                        </a:rPr>
                        <a:t>작   성   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en-US" altLang="ko-KR" sz="1100" b="0" dirty="0" smtClean="0">
                          <a:solidFill>
                            <a:schemeClr val="tx1"/>
                          </a:solidFill>
                        </a:rPr>
                        <a:t>2020.01.01</a:t>
                      </a:r>
                      <a:endParaRPr lang="ko-KR" altLang="en-US" sz="1100" b="0" dirty="0">
                        <a:solidFill>
                          <a:schemeClr val="tx1"/>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1"/>
                  </a:ext>
                </a:extLst>
              </a:tr>
              <a:tr h="312035">
                <a:tc>
                  <a:txBody>
                    <a:bodyPr/>
                    <a:lstStyle/>
                    <a:p>
                      <a:pPr algn="ctr" latinLnBrk="1"/>
                      <a:r>
                        <a:rPr lang="ko-KR" altLang="en-US" sz="1100" b="1" dirty="0" err="1">
                          <a:solidFill>
                            <a:schemeClr val="tx1"/>
                          </a:solidFill>
                        </a:rPr>
                        <a:t>버</a:t>
                      </a:r>
                      <a:r>
                        <a:rPr lang="ko-KR" altLang="en-US" sz="1100" b="1" dirty="0">
                          <a:solidFill>
                            <a:schemeClr val="tx1"/>
                          </a:solidFill>
                        </a:rPr>
                        <a:t>         전</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latinLnBrk="1"/>
                      <a:endParaRPr lang="ko-KR" altLang="en-US" sz="11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latinLnBrk="1"/>
                      <a:endParaRPr lang="ko-KR" altLang="en-US" sz="11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latinLnBrk="1"/>
                      <a:endParaRPr lang="ko-KR" altLang="en-US" sz="11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latinLnBrk="1"/>
                      <a:r>
                        <a:rPr lang="ko-KR" altLang="en-US" sz="1100" b="1" dirty="0">
                          <a:solidFill>
                            <a:schemeClr val="tx1"/>
                          </a:solidFill>
                        </a:rPr>
                        <a:t>승   인   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latinLnBrk="1"/>
                      <a:endParaRPr lang="ko-KR" altLang="en-US" sz="1100" b="0" dirty="0">
                        <a:solidFill>
                          <a:schemeClr val="tx1"/>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 xmlns:a16="http://schemas.microsoft.com/office/drawing/2014/main" val="10002"/>
                  </a:ext>
                </a:extLst>
              </a:tr>
            </a:tbl>
          </a:graphicData>
        </a:graphic>
      </p:graphicFrame>
      <p:graphicFrame>
        <p:nvGraphicFramePr>
          <p:cNvPr id="6" name="표 5"/>
          <p:cNvGraphicFramePr>
            <a:graphicFrameLocks noGrp="1"/>
          </p:cNvGraphicFramePr>
          <p:nvPr>
            <p:extLst>
              <p:ext uri="{D42A27DB-BD31-4B8C-83A1-F6EECF244321}">
                <p14:modId xmlns:p14="http://schemas.microsoft.com/office/powerpoint/2010/main" val="2366377146"/>
              </p:ext>
            </p:extLst>
          </p:nvPr>
        </p:nvGraphicFramePr>
        <p:xfrm>
          <a:off x="179513" y="1340768"/>
          <a:ext cx="8784975" cy="5400600"/>
        </p:xfrm>
        <a:graphic>
          <a:graphicData uri="http://schemas.openxmlformats.org/drawingml/2006/table">
            <a:tbl>
              <a:tblPr firstRow="1" bandRow="1">
                <a:tableStyleId>{5C22544A-7EE6-4342-B048-85BDC9FD1C3A}</a:tableStyleId>
              </a:tblPr>
              <a:tblGrid>
                <a:gridCol w="1545221">
                  <a:extLst>
                    <a:ext uri="{9D8B030D-6E8A-4147-A177-3AD203B41FA5}">
                      <a16:colId xmlns="" xmlns:a16="http://schemas.microsoft.com/office/drawing/2014/main" val="20000"/>
                    </a:ext>
                  </a:extLst>
                </a:gridCol>
                <a:gridCol w="2669018">
                  <a:extLst>
                    <a:ext uri="{9D8B030D-6E8A-4147-A177-3AD203B41FA5}">
                      <a16:colId xmlns="" xmlns:a16="http://schemas.microsoft.com/office/drawing/2014/main" val="20001"/>
                    </a:ext>
                  </a:extLst>
                </a:gridCol>
                <a:gridCol w="2194472">
                  <a:extLst>
                    <a:ext uri="{9D8B030D-6E8A-4147-A177-3AD203B41FA5}">
                      <a16:colId xmlns="" xmlns:a16="http://schemas.microsoft.com/office/drawing/2014/main" val="20002"/>
                    </a:ext>
                  </a:extLst>
                </a:gridCol>
                <a:gridCol w="2376264">
                  <a:extLst>
                    <a:ext uri="{9D8B030D-6E8A-4147-A177-3AD203B41FA5}">
                      <a16:colId xmlns="" xmlns:a16="http://schemas.microsoft.com/office/drawing/2014/main" val="20003"/>
                    </a:ext>
                  </a:extLst>
                </a:gridCol>
              </a:tblGrid>
              <a:tr h="288032">
                <a:tc>
                  <a:txBody>
                    <a:bodyPr/>
                    <a:lstStyle/>
                    <a:p>
                      <a:pPr algn="ctr" latinLnBrk="1"/>
                      <a:r>
                        <a:rPr lang="ko-KR" altLang="en-US" sz="1200" b="1" dirty="0">
                          <a:solidFill>
                            <a:schemeClr val="tx1"/>
                          </a:solidFill>
                        </a:rPr>
                        <a:t>단위 업무명</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200" b="1" dirty="0">
                          <a:solidFill>
                            <a:schemeClr val="tx1"/>
                          </a:solidFill>
                        </a:rPr>
                        <a:t>자료실 수정</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200" b="1" dirty="0" err="1">
                          <a:solidFill>
                            <a:schemeClr val="tx1"/>
                          </a:solidFill>
                        </a:rPr>
                        <a:t>화면명</a:t>
                      </a:r>
                      <a:r>
                        <a:rPr lang="en-US" altLang="ko-KR" sz="1200" b="1" dirty="0">
                          <a:solidFill>
                            <a:schemeClr val="tx1"/>
                          </a:solidFill>
                        </a:rPr>
                        <a:t>(ID)</a:t>
                      </a:r>
                      <a:endParaRPr lang="ko-KR" altLang="en-US" sz="1200" b="1"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1200" b="1"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0"/>
                  </a:ext>
                </a:extLst>
              </a:tr>
              <a:tr h="288032">
                <a:tc gridSpan="3">
                  <a:txBody>
                    <a:bodyPr/>
                    <a:lstStyle/>
                    <a:p>
                      <a:pPr algn="ctr" latinLnBrk="1"/>
                      <a:r>
                        <a:rPr lang="ko-KR" altLang="en-US" sz="1200" b="1" dirty="0">
                          <a:solidFill>
                            <a:schemeClr val="tx1"/>
                          </a:solidFill>
                        </a:rPr>
                        <a:t>화면 레이아웃</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hMerge="1">
                  <a:txBody>
                    <a:bodyPr/>
                    <a:lstStyle/>
                    <a:p>
                      <a:pPr latinLnBrk="1"/>
                      <a:endParaRPr lang="ko-KR" altLang="en-US"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hMerge="1">
                  <a:txBody>
                    <a:bodyPr/>
                    <a:lstStyle/>
                    <a:p>
                      <a:pPr latinLnBrk="1"/>
                      <a:endParaRPr lang="ko-KR" altLang="en-US"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1200" b="1" dirty="0">
                          <a:solidFill>
                            <a:schemeClr val="tx1"/>
                          </a:solidFill>
                        </a:rPr>
                        <a:t>화면설명</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1"/>
                  </a:ext>
                </a:extLst>
              </a:tr>
              <a:tr h="4824536">
                <a:tc gridSpan="3">
                  <a:txBody>
                    <a:bodyPr/>
                    <a:lstStyle/>
                    <a:p>
                      <a:pPr latinLnBrk="1"/>
                      <a:endParaRPr lang="ko-KR" altLang="en-US"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hMerge="1">
                  <a:txBody>
                    <a:bodyPr/>
                    <a:lstStyle/>
                    <a:p>
                      <a:pPr latinLnBrk="1"/>
                      <a:endParaRPr lang="ko-KR" altLang="en-US"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hMerge="1">
                  <a:txBody>
                    <a:bodyPr/>
                    <a:lstStyle/>
                    <a:p>
                      <a:pPr latinLnBrk="1"/>
                      <a:endParaRPr lang="ko-KR" altLang="en-US"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285750" indent="-285750" latinLnBrk="1">
                        <a:buFont typeface="Arial" pitchFamily="34" charset="0"/>
                        <a:buChar char="•"/>
                      </a:pPr>
                      <a:r>
                        <a:rPr lang="ko-KR" altLang="en-US" sz="1200" baseline="0" dirty="0">
                          <a:solidFill>
                            <a:schemeClr val="tx1"/>
                          </a:solidFill>
                        </a:rPr>
                        <a:t>파일 삭제 버튼 클릭 시 파일은 삭제 처리 되며 새로운 파일 업로드 </a:t>
                      </a:r>
                      <a:r>
                        <a:rPr lang="ko-KR" altLang="en-US" sz="1200" baseline="0" dirty="0" err="1">
                          <a:solidFill>
                            <a:schemeClr val="tx1"/>
                          </a:solidFill>
                        </a:rPr>
                        <a:t>할수</a:t>
                      </a:r>
                      <a:r>
                        <a:rPr lang="ko-KR" altLang="en-US" sz="1200" baseline="0" dirty="0">
                          <a:solidFill>
                            <a:schemeClr val="tx1"/>
                          </a:solidFill>
                        </a:rPr>
                        <a:t> 있도록 변경</a:t>
                      </a:r>
                      <a:endParaRPr lang="en-US" altLang="ko-KR" sz="1200" baseline="0" dirty="0">
                        <a:solidFill>
                          <a:schemeClr val="tx1"/>
                        </a:solidFill>
                      </a:endParaRPr>
                    </a:p>
                    <a:p>
                      <a:pPr marL="285750" indent="-285750" latinLnBrk="1">
                        <a:buFont typeface="Arial" pitchFamily="34" charset="0"/>
                        <a:buChar char="•"/>
                      </a:pPr>
                      <a:r>
                        <a:rPr lang="ko-KR" altLang="en-US" sz="1200" baseline="0" dirty="0">
                          <a:solidFill>
                            <a:schemeClr val="tx1"/>
                          </a:solidFill>
                        </a:rPr>
                        <a:t>제목 내용은 수정 가능하지만 작성자와 작성일은 수정 되지 못하도록 작업</a:t>
                      </a:r>
                      <a:endParaRPr lang="en-US" altLang="ko-KR" sz="1200" baseline="0" dirty="0">
                        <a:solidFill>
                          <a:schemeClr val="tx1"/>
                        </a:solidFill>
                      </a:endParaRPr>
                    </a:p>
                    <a:p>
                      <a:pPr marL="285750" indent="-285750" latinLnBrk="1">
                        <a:buFont typeface="Arial" pitchFamily="34" charset="0"/>
                        <a:buChar char="•"/>
                      </a:pPr>
                      <a:r>
                        <a:rPr lang="ko-KR" altLang="en-US" sz="1200" baseline="0" dirty="0">
                          <a:solidFill>
                            <a:schemeClr val="tx1"/>
                          </a:solidFill>
                        </a:rPr>
                        <a:t>수정 후 상세 보기 화면으로 이동</a:t>
                      </a:r>
                      <a:endParaRPr lang="en-US" altLang="ko-KR" sz="1200" baseline="0" dirty="0">
                        <a:solidFill>
                          <a:schemeClr val="tx1"/>
                        </a:solidFill>
                      </a:endParaRPr>
                    </a:p>
                    <a:p>
                      <a:pPr marL="285750" indent="-285750" latinLnBrk="1">
                        <a:buFont typeface="Arial" pitchFamily="34" charset="0"/>
                        <a:buChar char="•"/>
                      </a:pPr>
                      <a:r>
                        <a:rPr lang="ko-KR" altLang="en-US" sz="1200" baseline="0" dirty="0">
                          <a:solidFill>
                            <a:schemeClr val="tx1"/>
                          </a:solidFill>
                        </a:rPr>
                        <a:t>각 버튼 작동 되도록 작업</a:t>
                      </a:r>
                      <a:endParaRPr lang="en-US" altLang="ko-KR" sz="1200" baseline="0"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2"/>
                  </a:ext>
                </a:extLst>
              </a:tr>
            </a:tbl>
          </a:graphicData>
        </a:graphic>
      </p:graphicFrame>
      <p:pic>
        <p:nvPicPr>
          <p:cNvPr id="7170" name="Picture 2" descr="C:\Users\BIL\Desktop\mavenboard 캡처본\캡처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2058639"/>
            <a:ext cx="5688632" cy="44750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9939241"/>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297</TotalTime>
  <Words>573</Words>
  <Application>Microsoft Office PowerPoint</Application>
  <PresentationFormat>화면 슬라이드 쇼(4:3)</PresentationFormat>
  <Paragraphs>172</Paragraphs>
  <Slides>9</Slides>
  <Notes>0</Notes>
  <HiddenSlides>0</HiddenSlides>
  <MMClips>0</MMClips>
  <ScaleCrop>false</ScaleCrop>
  <HeadingPairs>
    <vt:vector size="4" baseType="variant">
      <vt:variant>
        <vt:lpstr>테마</vt:lpstr>
      </vt:variant>
      <vt:variant>
        <vt:i4>2</vt:i4>
      </vt:variant>
      <vt:variant>
        <vt:lpstr>슬라이드 제목</vt:lpstr>
      </vt:variant>
      <vt:variant>
        <vt:i4>9</vt:i4>
      </vt:variant>
    </vt:vector>
  </HeadingPairs>
  <TitlesOfParts>
    <vt:vector size="11" baseType="lpstr">
      <vt:lpstr>Office 테마</vt:lpstr>
      <vt:lpstr>1_Office 테마</vt:lpstr>
      <vt:lpstr>mavenBoard</vt:lpstr>
      <vt:lpstr>History</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Kim</dc:creator>
  <cp:lastModifiedBy>Windows 사용자</cp:lastModifiedBy>
  <cp:revision>27</cp:revision>
  <dcterms:created xsi:type="dcterms:W3CDTF">2018-09-12T02:04:28Z</dcterms:created>
  <dcterms:modified xsi:type="dcterms:W3CDTF">2020-05-07T04:04:46Z</dcterms:modified>
</cp:coreProperties>
</file>