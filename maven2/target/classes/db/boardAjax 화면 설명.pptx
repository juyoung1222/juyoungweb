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605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5" d="100"/>
          <a:sy n="35" d="100"/>
        </p:scale>
        <p:origin x="19" y="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56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33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0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15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4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23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78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2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74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15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68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C31D1-A728-4E88-95C9-C58095C12072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CB720-2AD6-45DA-8E0F-1B0D493A9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14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020225"/>
              </p:ext>
            </p:extLst>
          </p:nvPr>
        </p:nvGraphicFramePr>
        <p:xfrm>
          <a:off x="179512" y="260649"/>
          <a:ext cx="8784976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  서   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 설계도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템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mavenBoard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김동영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서 번 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활       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2018.09.12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       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   인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706533"/>
              </p:ext>
            </p:extLst>
          </p:nvPr>
        </p:nvGraphicFramePr>
        <p:xfrm>
          <a:off x="179512" y="260649"/>
          <a:ext cx="8811907" cy="936104"/>
        </p:xfrm>
        <a:graphic>
          <a:graphicData uri="http://schemas.openxmlformats.org/drawingml/2006/table">
            <a:tbl>
              <a:tblPr/>
              <a:tblGrid>
                <a:gridCol w="88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51214"/>
              </p:ext>
            </p:extLst>
          </p:nvPr>
        </p:nvGraphicFramePr>
        <p:xfrm>
          <a:off x="359025" y="1443688"/>
          <a:ext cx="8784975" cy="54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단위 업무명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(ID)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 레이아웃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36"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중복 체크 구현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일 경우 변경 할 수 속성 추가 및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‘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사용 가능 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입니다＇ 메시지 표기 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사용 불가능한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입력 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사용 불가능한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.‘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화면에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표시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글자 이상만 입력 가능하도록 작성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패스워드는 정규식을 이용하여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자리에서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자리 사이 영문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숫자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특수문자 조합 하도록 작성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저장 후 로그인 화면으로 이동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78CB0DA-B52A-4862-9E30-F4679421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48880"/>
            <a:ext cx="6245476" cy="158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18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784976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  서   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 설계도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템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mavenBoard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김동영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서 번 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활       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2018.09.12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       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   인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811907" cy="936104"/>
        </p:xfrm>
        <a:graphic>
          <a:graphicData uri="http://schemas.openxmlformats.org/drawingml/2006/table">
            <a:tbl>
              <a:tblPr/>
              <a:tblGrid>
                <a:gridCol w="88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82934"/>
              </p:ext>
            </p:extLst>
          </p:nvPr>
        </p:nvGraphicFramePr>
        <p:xfrm>
          <a:off x="179513" y="1340768"/>
          <a:ext cx="8784975" cy="54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단위 업무명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(ID)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 레이아웃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36"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로그인 시 로그인 정보는 세션에 저장 후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/account/accountList.do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 로 이동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로그인 실패 시 실패 메시지 보이도록 코딩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6367F55-3229-4A3E-B731-7F06E2C18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5758295" cy="196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8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784976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  서   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 설계도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템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mavenBoard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김동영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서 번 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활       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2018.09.12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       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   인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811907" cy="936104"/>
        </p:xfrm>
        <a:graphic>
          <a:graphicData uri="http://schemas.openxmlformats.org/drawingml/2006/table">
            <a:tbl>
              <a:tblPr/>
              <a:tblGrid>
                <a:gridCol w="88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707172"/>
              </p:ext>
            </p:extLst>
          </p:nvPr>
        </p:nvGraphicFramePr>
        <p:xfrm>
          <a:off x="179513" y="1340768"/>
          <a:ext cx="8784975" cy="54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단위 업무명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저장화면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(ID)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 레이아웃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36"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&lt;select&gt;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태그는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CODE EXP.xlsx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파일에 있는 내용을 참고하여 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CODE_MASTER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테이블을 이용하여 작성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select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태그 선택 시 하위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select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태그가 동적으로 변경되도록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ajax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를 이용하여 코드 작성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거래일자는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common.js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에 있는 공통 소스를 이용 하여 완성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저장 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에는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CODE_MASTER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테이블에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CODE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컬럼 값이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에 저장되어야 함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금액은 숫자만 입력 가능하도록 작성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저장 후 수정 페이지로 이동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작성자는 로그인 시 세션에 저장되어 있는 정보를 이용하여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에 저장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0BDF978-FFE5-4866-A5F2-8D9DF83D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04864"/>
            <a:ext cx="6245476" cy="16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9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784976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  서   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 설계도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템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mavenBoard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김동영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서 번 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활       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2018.09.12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       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   인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811907" cy="936104"/>
        </p:xfrm>
        <a:graphic>
          <a:graphicData uri="http://schemas.openxmlformats.org/drawingml/2006/table">
            <a:tbl>
              <a:tblPr/>
              <a:tblGrid>
                <a:gridCol w="88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256787"/>
              </p:ext>
            </p:extLst>
          </p:nvPr>
        </p:nvGraphicFramePr>
        <p:xfrm>
          <a:off x="179513" y="1340768"/>
          <a:ext cx="8784975" cy="54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단위 업무명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수정화면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(ID)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 레이아웃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36"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각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&lt;select&gt;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태그는 동위 레벨의 옵션들이 나오도록 작성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수정기능 가능하도록 코드 작성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BAAA4F3D-073E-43C7-86A4-BC2BDF0D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04864"/>
            <a:ext cx="6245476" cy="141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9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784976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  서   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 설계도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시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템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mavenBoard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김동영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 서 번 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활       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작   성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2018.09.12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        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승   인   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79512" y="260649"/>
          <a:ext cx="8811907" cy="936104"/>
        </p:xfrm>
        <a:graphic>
          <a:graphicData uri="http://schemas.openxmlformats.org/drawingml/2006/table">
            <a:tbl>
              <a:tblPr/>
              <a:tblGrid>
                <a:gridCol w="88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92529"/>
              </p:ext>
            </p:extLst>
          </p:nvPr>
        </p:nvGraphicFramePr>
        <p:xfrm>
          <a:off x="179513" y="1340768"/>
          <a:ext cx="8784975" cy="54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단위 업무명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리스트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(ID)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 레이아웃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36"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 이름 화면에 표시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logOut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기능 구현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세션정보 삭제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엑셀 다운로드 기능 구현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리스트에 해당하는 부분을 엑셀파일로 다운로드 되도록 구현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전자정부에서 제공하는 </a:t>
                      </a:r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PaginationInfo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이용하여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페이징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구현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027BBC8-1C6D-421A-B4FD-36A3B911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132856"/>
            <a:ext cx="6245475" cy="209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5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380</Words>
  <Application>Microsoft Office PowerPoint</Application>
  <PresentationFormat>화면 슬라이드 쇼(4:3)</PresentationFormat>
  <Paragraphs>108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</dc:creator>
  <cp:lastModifiedBy>JY-CHOI</cp:lastModifiedBy>
  <cp:revision>23</cp:revision>
  <dcterms:created xsi:type="dcterms:W3CDTF">2018-09-12T02:04:28Z</dcterms:created>
  <dcterms:modified xsi:type="dcterms:W3CDTF">2021-04-19T04:49:51Z</dcterms:modified>
</cp:coreProperties>
</file>